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ink/ink10.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notesSlides/notesSlide9.xml" ContentType="application/vnd.openxmlformats-officedocument.presentationml.notesSlide+xml"/>
  <Override PartName="/ppt/ink/ink25.xml" ContentType="application/inkml+xml"/>
  <Override PartName="/ppt/ink/ink26.xml" ContentType="application/inkml+xml"/>
  <Override PartName="/ppt/ink/ink27.xml" ContentType="application/inkml+xml"/>
  <Override PartName="/ppt/notesSlides/notesSlide10.xml" ContentType="application/vnd.openxmlformats-officedocument.presentationml.notesSlide+xml"/>
  <Override PartName="/ppt/ink/ink28.xml" ContentType="application/inkml+xml"/>
  <Override PartName="/ppt/ink/ink29.xml" ContentType="application/inkml+xml"/>
  <Override PartName="/ppt/notesSlides/notesSlide11.xml" ContentType="application/vnd.openxmlformats-officedocument.presentationml.notesSlide+xml"/>
  <Override PartName="/ppt/ink/ink30.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31.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240" r:id="rId2"/>
    <p:sldId id="1861" r:id="rId3"/>
    <p:sldId id="1906" r:id="rId4"/>
    <p:sldId id="1907" r:id="rId5"/>
    <p:sldId id="1893" r:id="rId6"/>
    <p:sldId id="1670" r:id="rId7"/>
    <p:sldId id="2242" r:id="rId8"/>
    <p:sldId id="2243" r:id="rId9"/>
    <p:sldId id="2244" r:id="rId10"/>
    <p:sldId id="2249" r:id="rId11"/>
    <p:sldId id="2248" r:id="rId12"/>
    <p:sldId id="1862" r:id="rId13"/>
    <p:sldId id="1903" r:id="rId14"/>
    <p:sldId id="284" r:id="rId15"/>
    <p:sldId id="300" r:id="rId16"/>
    <p:sldId id="1921" r:id="rId17"/>
    <p:sldId id="1956" r:id="rId18"/>
    <p:sldId id="1858" r:id="rId19"/>
    <p:sldId id="366" r:id="rId20"/>
    <p:sldId id="2251" r:id="rId21"/>
    <p:sldId id="1931" r:id="rId22"/>
    <p:sldId id="1905" r:id="rId23"/>
    <p:sldId id="1863" r:id="rId24"/>
    <p:sldId id="1917" r:id="rId25"/>
    <p:sldId id="1957" r:id="rId26"/>
    <p:sldId id="192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D2A31A-3E76-29DD-7F27-DB1E915024BF}" v="192" dt="2026-03-02T16:14:14.3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F99D34-51F0-4798-8430-02E30D531FB3}" type="doc">
      <dgm:prSet loTypeId="urn:microsoft.com/office/officeart/2005/8/layout/vList5" loCatId="list" qsTypeId="urn:microsoft.com/office/officeart/2005/8/quickstyle/simple2" qsCatId="simple" csTypeId="urn:microsoft.com/office/officeart/2005/8/colors/accent3_2" csCatId="accent3" phldr="1"/>
      <dgm:spPr/>
      <dgm:t>
        <a:bodyPr/>
        <a:lstStyle/>
        <a:p>
          <a:endParaRPr lang="en-US"/>
        </a:p>
      </dgm:t>
    </dgm:pt>
    <dgm:pt modelId="{1D24139C-CEEE-42A1-BDEC-C385B7FB77D4}">
      <dgm:prSet custT="1"/>
      <dgm:spPr/>
      <dgm:t>
        <a:bodyPr spcFirstLastPara="0" vert="horz" wrap="square" lIns="137160" tIns="68580" rIns="137160" bIns="68580" numCol="1" spcCol="1270" anchor="ctr" anchorCtr="0"/>
        <a:lstStyle/>
        <a:p>
          <a:pPr marL="0" lvl="0" indent="0" defTabSz="1600200">
            <a:spcBef>
              <a:spcPct val="0"/>
            </a:spcBef>
            <a:spcAft>
              <a:spcPct val="35000"/>
            </a:spcAft>
            <a:buNone/>
          </a:pPr>
          <a:r>
            <a:rPr lang="en-US" sz="2400" b="0" kern="1200" baseline="0" dirty="0">
              <a:latin typeface="Segoe UI"/>
              <a:ea typeface="+mn-ea"/>
              <a:cs typeface="+mn-cs"/>
            </a:rPr>
            <a:t>Public Cloud</a:t>
          </a:r>
          <a:endParaRPr lang="en-US" sz="2400" b="0" i="0" u="none" strike="noStrike" kern="1200" cap="none" baseline="0" noProof="0" dirty="0">
            <a:solidFill>
              <a:srgbClr val="010000"/>
            </a:solidFill>
            <a:latin typeface="Segoe UI"/>
            <a:ea typeface="+mn-ea"/>
            <a:cs typeface="+mn-cs"/>
          </a:endParaRPr>
        </a:p>
      </dgm:t>
    </dgm:pt>
    <dgm:pt modelId="{3FFE54A7-CF40-410E-8C0E-4DAB2D51D950}" type="parTrans" cxnId="{5FD5BB0F-D127-4B0C-87E2-F8FF6836ED8D}">
      <dgm:prSet/>
      <dgm:spPr/>
      <dgm:t>
        <a:bodyPr/>
        <a:lstStyle/>
        <a:p>
          <a:endParaRPr lang="en-US"/>
        </a:p>
      </dgm:t>
    </dgm:pt>
    <dgm:pt modelId="{2CAD3CFA-3463-480F-A90F-52FFF18664E7}" type="sibTrans" cxnId="{5FD5BB0F-D127-4B0C-87E2-F8FF6836ED8D}">
      <dgm:prSet/>
      <dgm:spPr/>
      <dgm:t>
        <a:bodyPr/>
        <a:lstStyle/>
        <a:p>
          <a:endParaRPr lang="en-US"/>
        </a:p>
      </dgm:t>
    </dgm:pt>
    <dgm:pt modelId="{B9510B96-77C1-41E2-8475-FB8F07606050}">
      <dgm:prSet/>
      <dgm:spPr/>
      <dgm:t>
        <a:bodyPr/>
        <a:lstStyle/>
        <a:p>
          <a:r>
            <a:rPr lang="en-IE" baseline="0" dirty="0">
              <a:latin typeface="Segoe UI"/>
              <a:cs typeface="Segoe UI"/>
            </a:rPr>
            <a:t>No capital expenditures to scale up.</a:t>
          </a:r>
          <a:endParaRPr lang="en-US" dirty="0">
            <a:latin typeface="Segoe UI"/>
            <a:cs typeface="Segoe UI"/>
          </a:endParaRPr>
        </a:p>
      </dgm:t>
    </dgm:pt>
    <dgm:pt modelId="{255DB6B4-7742-4771-9D23-275DEFCA08BC}" type="parTrans" cxnId="{86A39CA4-43DF-444E-9398-8CEEF6CC5DA9}">
      <dgm:prSet/>
      <dgm:spPr/>
      <dgm:t>
        <a:bodyPr/>
        <a:lstStyle/>
        <a:p>
          <a:endParaRPr lang="en-US"/>
        </a:p>
      </dgm:t>
    </dgm:pt>
    <dgm:pt modelId="{D54D47AC-F6BB-4B0E-9516-DA16DAF781F6}" type="sibTrans" cxnId="{86A39CA4-43DF-444E-9398-8CEEF6CC5DA9}">
      <dgm:prSet/>
      <dgm:spPr/>
      <dgm:t>
        <a:bodyPr/>
        <a:lstStyle/>
        <a:p>
          <a:endParaRPr lang="en-US"/>
        </a:p>
      </dgm:t>
    </dgm:pt>
    <dgm:pt modelId="{D8518855-7F36-46C3-91EE-77193D086672}">
      <dgm:prSet/>
      <dgm:spPr/>
      <dgm:t>
        <a:bodyPr/>
        <a:lstStyle/>
        <a:p>
          <a:r>
            <a:rPr lang="en-IE" baseline="0" dirty="0">
              <a:latin typeface="Segoe UI"/>
              <a:cs typeface="Segoe UI"/>
            </a:rPr>
            <a:t>Applications can be quickly provisioned and deprovisioned.</a:t>
          </a:r>
          <a:endParaRPr lang="en-US" dirty="0">
            <a:latin typeface="Segoe UI"/>
            <a:cs typeface="Segoe UI"/>
          </a:endParaRPr>
        </a:p>
      </dgm:t>
    </dgm:pt>
    <dgm:pt modelId="{B8253246-4341-43C5-AB1F-3FC9A45E05D7}" type="parTrans" cxnId="{BF18A182-0406-429D-9168-FFF61E92AB95}">
      <dgm:prSet/>
      <dgm:spPr/>
      <dgm:t>
        <a:bodyPr/>
        <a:lstStyle/>
        <a:p>
          <a:endParaRPr lang="en-US"/>
        </a:p>
      </dgm:t>
    </dgm:pt>
    <dgm:pt modelId="{68AFF5A8-0974-4EBA-A30D-B402F27F18E0}" type="sibTrans" cxnId="{BF18A182-0406-429D-9168-FFF61E92AB95}">
      <dgm:prSet/>
      <dgm:spPr/>
      <dgm:t>
        <a:bodyPr/>
        <a:lstStyle/>
        <a:p>
          <a:endParaRPr lang="en-US"/>
        </a:p>
      </dgm:t>
    </dgm:pt>
    <dgm:pt modelId="{749A7044-1884-4BEC-BFEA-6FCD30DB0F7D}">
      <dgm:prSet/>
      <dgm:spPr/>
      <dgm:t>
        <a:bodyPr/>
        <a:lstStyle/>
        <a:p>
          <a:r>
            <a:rPr lang="en-IE" baseline="0" dirty="0">
              <a:latin typeface="Segoe UI"/>
              <a:cs typeface="Segoe UI"/>
            </a:rPr>
            <a:t>Organizations pay only for what they use.</a:t>
          </a:r>
          <a:endParaRPr lang="en-US" dirty="0">
            <a:latin typeface="Segoe UI"/>
            <a:cs typeface="Segoe UI"/>
          </a:endParaRPr>
        </a:p>
      </dgm:t>
    </dgm:pt>
    <dgm:pt modelId="{97ECD0DB-58C4-44E9-B766-6BE4A81633B4}" type="parTrans" cxnId="{72BDEB78-F154-4A19-A52D-910090EFBF81}">
      <dgm:prSet/>
      <dgm:spPr/>
      <dgm:t>
        <a:bodyPr/>
        <a:lstStyle/>
        <a:p>
          <a:endParaRPr lang="en-US"/>
        </a:p>
      </dgm:t>
    </dgm:pt>
    <dgm:pt modelId="{404CCE4D-B844-4388-99F2-AB60FD88E284}" type="sibTrans" cxnId="{72BDEB78-F154-4A19-A52D-910090EFBF81}">
      <dgm:prSet/>
      <dgm:spPr/>
      <dgm:t>
        <a:bodyPr/>
        <a:lstStyle/>
        <a:p>
          <a:endParaRPr lang="en-US"/>
        </a:p>
      </dgm:t>
    </dgm:pt>
    <dgm:pt modelId="{AFD8BE25-36B2-4A8F-8024-4BC6DBCEF904}">
      <dgm:prSet custT="1"/>
      <dgm:spPr/>
      <dgm:t>
        <a:bodyPr spcFirstLastPara="0" vert="horz" wrap="square" lIns="137160" tIns="68580" rIns="137160" bIns="68580" numCol="1" spcCol="1270" anchor="ctr" anchorCtr="0"/>
        <a:lstStyle/>
        <a:p>
          <a:pPr marL="0" lvl="0" indent="0" defTabSz="1600200">
            <a:spcBef>
              <a:spcPct val="0"/>
            </a:spcBef>
            <a:spcAft>
              <a:spcPct val="35000"/>
            </a:spcAft>
            <a:buNone/>
          </a:pPr>
          <a:r>
            <a:rPr lang="en-US" sz="2400" b="0" kern="1200" baseline="0" dirty="0">
              <a:latin typeface="Segoe UI"/>
              <a:ea typeface="+mn-ea"/>
              <a:cs typeface="+mn-cs"/>
            </a:rPr>
            <a:t>Private Cloud</a:t>
          </a:r>
        </a:p>
      </dgm:t>
    </dgm:pt>
    <dgm:pt modelId="{43E0EA4F-F5C5-4469-BE5E-C2B379E90650}" type="parTrans" cxnId="{E3562B04-215E-4916-9171-9ABFC13A91AB}">
      <dgm:prSet/>
      <dgm:spPr/>
      <dgm:t>
        <a:bodyPr/>
        <a:lstStyle/>
        <a:p>
          <a:endParaRPr lang="en-US"/>
        </a:p>
      </dgm:t>
    </dgm:pt>
    <dgm:pt modelId="{FB311F2C-25E2-461E-9177-88240B2BE351}" type="sibTrans" cxnId="{E3562B04-215E-4916-9171-9ABFC13A91AB}">
      <dgm:prSet/>
      <dgm:spPr/>
      <dgm:t>
        <a:bodyPr/>
        <a:lstStyle/>
        <a:p>
          <a:endParaRPr lang="en-US"/>
        </a:p>
      </dgm:t>
    </dgm:pt>
    <dgm:pt modelId="{D0A2391C-D997-4435-98FB-B671819DE333}">
      <dgm:prSet/>
      <dgm:spPr/>
      <dgm:t>
        <a:bodyPr/>
        <a:lstStyle/>
        <a:p>
          <a:pPr rtl="0"/>
          <a:r>
            <a:rPr lang="en-IE" baseline="0" dirty="0">
              <a:latin typeface="Segoe UI"/>
              <a:cs typeface="Segoe UI"/>
            </a:rPr>
            <a:t>Organizations have complete control over resources and security. </a:t>
          </a:r>
          <a:endParaRPr lang="en-US" dirty="0">
            <a:latin typeface="Segoe UI"/>
            <a:cs typeface="Segoe UI"/>
          </a:endParaRPr>
        </a:p>
      </dgm:t>
    </dgm:pt>
    <dgm:pt modelId="{E41FCAE7-0A6F-4A5A-B513-74BE8CAFA85F}" type="parTrans" cxnId="{BA0D2465-CF0D-4426-B8AE-38C804544BFA}">
      <dgm:prSet/>
      <dgm:spPr/>
      <dgm:t>
        <a:bodyPr/>
        <a:lstStyle/>
        <a:p>
          <a:endParaRPr lang="en-US"/>
        </a:p>
      </dgm:t>
    </dgm:pt>
    <dgm:pt modelId="{5E5D6CE6-ADCE-4B29-9AAE-8241E5EB3C50}" type="sibTrans" cxnId="{BA0D2465-CF0D-4426-B8AE-38C804544BFA}">
      <dgm:prSet/>
      <dgm:spPr/>
      <dgm:t>
        <a:bodyPr/>
        <a:lstStyle/>
        <a:p>
          <a:endParaRPr lang="en-US"/>
        </a:p>
      </dgm:t>
    </dgm:pt>
    <dgm:pt modelId="{F14B8414-E6F8-4C9C-938D-97FE0E934240}">
      <dgm:prSet custT="1"/>
      <dgm:spPr/>
      <dgm:t>
        <a:bodyPr spcFirstLastPara="0" vert="horz" wrap="square" lIns="137160" tIns="68580" rIns="137160" bIns="68580" numCol="1" spcCol="1270" anchor="ctr" anchorCtr="0"/>
        <a:lstStyle/>
        <a:p>
          <a:pPr marL="0" lvl="0" indent="0" defTabSz="1600200">
            <a:spcBef>
              <a:spcPct val="0"/>
            </a:spcBef>
            <a:spcAft>
              <a:spcPct val="35000"/>
            </a:spcAft>
            <a:buNone/>
          </a:pPr>
          <a:r>
            <a:rPr lang="en-US" sz="2400" b="0" kern="1200" baseline="0" dirty="0">
              <a:latin typeface="Segoe UI"/>
              <a:ea typeface="+mn-ea"/>
              <a:cs typeface="+mn-cs"/>
            </a:rPr>
            <a:t>Hybrid Cloud</a:t>
          </a:r>
        </a:p>
      </dgm:t>
    </dgm:pt>
    <dgm:pt modelId="{5E19C2A7-3537-43F5-B996-901F156598E0}" type="parTrans" cxnId="{0BED869B-795F-4768-B839-545512F1ACAB}">
      <dgm:prSet/>
      <dgm:spPr/>
      <dgm:t>
        <a:bodyPr/>
        <a:lstStyle/>
        <a:p>
          <a:endParaRPr lang="en-US"/>
        </a:p>
      </dgm:t>
    </dgm:pt>
    <dgm:pt modelId="{C2309786-3B5D-4C4B-8C07-4713E64388A8}" type="sibTrans" cxnId="{0BED869B-795F-4768-B839-545512F1ACAB}">
      <dgm:prSet/>
      <dgm:spPr/>
      <dgm:t>
        <a:bodyPr/>
        <a:lstStyle/>
        <a:p>
          <a:endParaRPr lang="en-US"/>
        </a:p>
      </dgm:t>
    </dgm:pt>
    <dgm:pt modelId="{C0A128CB-4779-43BC-9AA8-59A21FE7AE0D}">
      <dgm:prSet custT="1"/>
      <dgm:spPr/>
      <dgm:t>
        <a:bodyPr/>
        <a:lstStyle/>
        <a:p>
          <a:r>
            <a:rPr lang="en-IE" sz="1800" baseline="0" dirty="0">
              <a:latin typeface="Segoe UI"/>
              <a:cs typeface="Segoe UI"/>
            </a:rPr>
            <a:t>Provides the most flexibility.</a:t>
          </a:r>
          <a:endParaRPr lang="en-US" sz="1800" dirty="0">
            <a:latin typeface="Segoe UI"/>
            <a:cs typeface="Segoe UI"/>
          </a:endParaRPr>
        </a:p>
      </dgm:t>
    </dgm:pt>
    <dgm:pt modelId="{BC31AB42-D75B-403E-9280-68A5943F75FC}" type="parTrans" cxnId="{0A2AE3CF-33BB-4B52-B1BC-01327591DE96}">
      <dgm:prSet/>
      <dgm:spPr/>
      <dgm:t>
        <a:bodyPr/>
        <a:lstStyle/>
        <a:p>
          <a:endParaRPr lang="en-US"/>
        </a:p>
      </dgm:t>
    </dgm:pt>
    <dgm:pt modelId="{A96807AF-5506-475B-A77A-FB17C3F8E20D}" type="sibTrans" cxnId="{0A2AE3CF-33BB-4B52-B1BC-01327591DE96}">
      <dgm:prSet/>
      <dgm:spPr/>
      <dgm:t>
        <a:bodyPr/>
        <a:lstStyle/>
        <a:p>
          <a:endParaRPr lang="en-US"/>
        </a:p>
      </dgm:t>
    </dgm:pt>
    <dgm:pt modelId="{1EA2B227-F0E1-455C-8195-845310FD6821}">
      <dgm:prSet custT="1"/>
      <dgm:spPr/>
      <dgm:t>
        <a:bodyPr/>
        <a:lstStyle/>
        <a:p>
          <a:r>
            <a:rPr lang="en-IE" sz="1800" baseline="0" dirty="0">
              <a:latin typeface="Segoe UI"/>
              <a:cs typeface="Segoe UI"/>
            </a:rPr>
            <a:t>Organizations determine where to run their applications.</a:t>
          </a:r>
          <a:endParaRPr lang="en-US" sz="1800" dirty="0">
            <a:latin typeface="Segoe UI"/>
            <a:cs typeface="Segoe UI"/>
          </a:endParaRPr>
        </a:p>
      </dgm:t>
    </dgm:pt>
    <dgm:pt modelId="{F47FCB7F-6402-4439-A5EF-FF2C17ACA17E}" type="parTrans" cxnId="{1792BCCB-F6BD-4D30-988A-D5448C1C82A5}">
      <dgm:prSet/>
      <dgm:spPr/>
      <dgm:t>
        <a:bodyPr/>
        <a:lstStyle/>
        <a:p>
          <a:endParaRPr lang="en-US"/>
        </a:p>
      </dgm:t>
    </dgm:pt>
    <dgm:pt modelId="{646661FA-1C08-4282-AD02-1828CC545E54}" type="sibTrans" cxnId="{1792BCCB-F6BD-4D30-988A-D5448C1C82A5}">
      <dgm:prSet/>
      <dgm:spPr/>
      <dgm:t>
        <a:bodyPr/>
        <a:lstStyle/>
        <a:p>
          <a:endParaRPr lang="en-US"/>
        </a:p>
      </dgm:t>
    </dgm:pt>
    <dgm:pt modelId="{FD149B5B-EAE1-4878-B92C-60E57E6DD9E8}">
      <dgm:prSet custT="1"/>
      <dgm:spPr/>
      <dgm:t>
        <a:bodyPr/>
        <a:lstStyle/>
        <a:p>
          <a:r>
            <a:rPr lang="en-IE" sz="1800" baseline="0" dirty="0">
              <a:latin typeface="Segoe UI"/>
              <a:cs typeface="Segoe UI"/>
            </a:rPr>
            <a:t>Organizations control security, compliance, or legal requirements.</a:t>
          </a:r>
          <a:endParaRPr lang="en-US" sz="1800" dirty="0">
            <a:latin typeface="Segoe UI"/>
            <a:cs typeface="Segoe UI"/>
          </a:endParaRPr>
        </a:p>
      </dgm:t>
    </dgm:pt>
    <dgm:pt modelId="{0A54BA5A-5D2C-413A-9E0B-0D3465A4F004}" type="parTrans" cxnId="{666E8609-1899-44A1-BE95-09AE7DB7D3FC}">
      <dgm:prSet/>
      <dgm:spPr/>
      <dgm:t>
        <a:bodyPr/>
        <a:lstStyle/>
        <a:p>
          <a:endParaRPr lang="en-US"/>
        </a:p>
      </dgm:t>
    </dgm:pt>
    <dgm:pt modelId="{45048287-439A-4805-A0DB-9A7EB6D9782E}" type="sibTrans" cxnId="{666E8609-1899-44A1-BE95-09AE7DB7D3FC}">
      <dgm:prSet/>
      <dgm:spPr/>
      <dgm:t>
        <a:bodyPr/>
        <a:lstStyle/>
        <a:p>
          <a:endParaRPr lang="en-US"/>
        </a:p>
      </dgm:t>
    </dgm:pt>
    <dgm:pt modelId="{3EC1FF80-CDB2-4270-A83C-0457B804EBEF}">
      <dgm:prSet/>
      <dgm:spPr/>
      <dgm:t>
        <a:bodyPr/>
        <a:lstStyle/>
        <a:p>
          <a:r>
            <a:rPr lang="en-US" b="0" i="0" dirty="0">
              <a:latin typeface="Segoe UI"/>
              <a:cs typeface="Segoe UI"/>
            </a:rPr>
            <a:t>Organizations are responsible for hardware maintenance and updates.</a:t>
          </a:r>
          <a:endParaRPr lang="en-US" dirty="0">
            <a:latin typeface="Segoe UI"/>
            <a:cs typeface="Segoe UI"/>
          </a:endParaRPr>
        </a:p>
      </dgm:t>
    </dgm:pt>
    <dgm:pt modelId="{E59AEA1F-BE84-4629-801C-B2E405763FEF}" type="parTrans" cxnId="{91AC9918-B155-4EF2-91C7-F2518D38F750}">
      <dgm:prSet/>
      <dgm:spPr/>
      <dgm:t>
        <a:bodyPr/>
        <a:lstStyle/>
        <a:p>
          <a:endParaRPr lang="en-US"/>
        </a:p>
      </dgm:t>
    </dgm:pt>
    <dgm:pt modelId="{D4F8E00F-CAE4-4E71-87CE-2D7B8A061B5E}" type="sibTrans" cxnId="{91AC9918-B155-4EF2-91C7-F2518D38F750}">
      <dgm:prSet/>
      <dgm:spPr/>
      <dgm:t>
        <a:bodyPr/>
        <a:lstStyle/>
        <a:p>
          <a:endParaRPr lang="en-US"/>
        </a:p>
      </dgm:t>
    </dgm:pt>
    <dgm:pt modelId="{B73F9C38-F478-4638-BCB9-2F992DF58173}">
      <dgm:prSet/>
      <dgm:spPr/>
      <dgm:t>
        <a:bodyPr/>
        <a:lstStyle/>
        <a:p>
          <a:r>
            <a:rPr lang="en-US" b="0" i="0" dirty="0">
              <a:latin typeface="Segoe UI"/>
              <a:cs typeface="Segoe UI"/>
            </a:rPr>
            <a:t>Hardware must be purchased for start-up and maintenance.</a:t>
          </a:r>
          <a:endParaRPr lang="en-US" dirty="0">
            <a:latin typeface="Segoe UI"/>
            <a:cs typeface="Segoe UI"/>
          </a:endParaRPr>
        </a:p>
      </dgm:t>
    </dgm:pt>
    <dgm:pt modelId="{F64BE1D6-E8AB-4EA5-B9BA-5BC5A0801C3A}" type="parTrans" cxnId="{FAF659F9-738D-4C17-89BF-092DEC003418}">
      <dgm:prSet/>
      <dgm:spPr/>
      <dgm:t>
        <a:bodyPr/>
        <a:lstStyle/>
        <a:p>
          <a:endParaRPr lang="en-US"/>
        </a:p>
      </dgm:t>
    </dgm:pt>
    <dgm:pt modelId="{3DF819DC-C88B-4BFA-987E-B1961392E186}" type="sibTrans" cxnId="{FAF659F9-738D-4C17-89BF-092DEC003418}">
      <dgm:prSet/>
      <dgm:spPr/>
      <dgm:t>
        <a:bodyPr/>
        <a:lstStyle/>
        <a:p>
          <a:endParaRPr lang="en-US"/>
        </a:p>
      </dgm:t>
    </dgm:pt>
    <dgm:pt modelId="{AFE2A206-A7F0-49FC-B756-62FBC54FB387}" type="pres">
      <dgm:prSet presAssocID="{E0F99D34-51F0-4798-8430-02E30D531FB3}" presName="Name0" presStyleCnt="0">
        <dgm:presLayoutVars>
          <dgm:dir/>
          <dgm:animLvl val="lvl"/>
          <dgm:resizeHandles val="exact"/>
        </dgm:presLayoutVars>
      </dgm:prSet>
      <dgm:spPr/>
    </dgm:pt>
    <dgm:pt modelId="{1B79373C-03CA-4172-BA55-FC3D9F28D6EB}" type="pres">
      <dgm:prSet presAssocID="{1D24139C-CEEE-42A1-BDEC-C385B7FB77D4}" presName="linNode" presStyleCnt="0"/>
      <dgm:spPr/>
    </dgm:pt>
    <dgm:pt modelId="{3CF310F3-D9EE-4D84-BEEA-0008B0482F4A}" type="pres">
      <dgm:prSet presAssocID="{1D24139C-CEEE-42A1-BDEC-C385B7FB77D4}" presName="parentText" presStyleLbl="node1" presStyleIdx="0" presStyleCnt="3">
        <dgm:presLayoutVars>
          <dgm:chMax val="1"/>
          <dgm:bulletEnabled val="1"/>
        </dgm:presLayoutVars>
      </dgm:prSet>
      <dgm:spPr/>
    </dgm:pt>
    <dgm:pt modelId="{E97A4EBE-F615-4AA4-AE39-CD48745EBC78}" type="pres">
      <dgm:prSet presAssocID="{1D24139C-CEEE-42A1-BDEC-C385B7FB77D4}" presName="descendantText" presStyleLbl="alignAccFollowNode1" presStyleIdx="0" presStyleCnt="3">
        <dgm:presLayoutVars>
          <dgm:bulletEnabled val="1"/>
        </dgm:presLayoutVars>
      </dgm:prSet>
      <dgm:spPr/>
    </dgm:pt>
    <dgm:pt modelId="{BC07D024-DEDA-4ECD-93A0-C082415C20D7}" type="pres">
      <dgm:prSet presAssocID="{2CAD3CFA-3463-480F-A90F-52FFF18664E7}" presName="sp" presStyleCnt="0"/>
      <dgm:spPr/>
    </dgm:pt>
    <dgm:pt modelId="{BF493E71-3161-4B7B-ABE4-270016A3F8EF}" type="pres">
      <dgm:prSet presAssocID="{AFD8BE25-36B2-4A8F-8024-4BC6DBCEF904}" presName="linNode" presStyleCnt="0"/>
      <dgm:spPr/>
    </dgm:pt>
    <dgm:pt modelId="{866B5B1A-ED4A-4EF9-90C3-122F1DA2311B}" type="pres">
      <dgm:prSet presAssocID="{AFD8BE25-36B2-4A8F-8024-4BC6DBCEF904}" presName="parentText" presStyleLbl="node1" presStyleIdx="1" presStyleCnt="3">
        <dgm:presLayoutVars>
          <dgm:chMax val="1"/>
          <dgm:bulletEnabled val="1"/>
        </dgm:presLayoutVars>
      </dgm:prSet>
      <dgm:spPr/>
    </dgm:pt>
    <dgm:pt modelId="{A40BC655-6C05-4B70-AE7B-83C88E2DA66C}" type="pres">
      <dgm:prSet presAssocID="{AFD8BE25-36B2-4A8F-8024-4BC6DBCEF904}" presName="descendantText" presStyleLbl="alignAccFollowNode1" presStyleIdx="1" presStyleCnt="3">
        <dgm:presLayoutVars>
          <dgm:bulletEnabled val="1"/>
        </dgm:presLayoutVars>
      </dgm:prSet>
      <dgm:spPr/>
    </dgm:pt>
    <dgm:pt modelId="{E7CF8BAE-DC6D-4D2E-AFFC-423AE5BE6675}" type="pres">
      <dgm:prSet presAssocID="{FB311F2C-25E2-461E-9177-88240B2BE351}" presName="sp" presStyleCnt="0"/>
      <dgm:spPr/>
    </dgm:pt>
    <dgm:pt modelId="{823B9ECC-70F6-4F88-A405-96304214A57A}" type="pres">
      <dgm:prSet presAssocID="{F14B8414-E6F8-4C9C-938D-97FE0E934240}" presName="linNode" presStyleCnt="0"/>
      <dgm:spPr/>
    </dgm:pt>
    <dgm:pt modelId="{016B6D1D-94A4-4201-AACA-13DBFB789FEB}" type="pres">
      <dgm:prSet presAssocID="{F14B8414-E6F8-4C9C-938D-97FE0E934240}" presName="parentText" presStyleLbl="node1" presStyleIdx="2" presStyleCnt="3">
        <dgm:presLayoutVars>
          <dgm:chMax val="1"/>
          <dgm:bulletEnabled val="1"/>
        </dgm:presLayoutVars>
      </dgm:prSet>
      <dgm:spPr/>
    </dgm:pt>
    <dgm:pt modelId="{3E9B0602-A7B8-4D97-A972-D8D4118422E9}" type="pres">
      <dgm:prSet presAssocID="{F14B8414-E6F8-4C9C-938D-97FE0E934240}" presName="descendantText" presStyleLbl="alignAccFollowNode1" presStyleIdx="2" presStyleCnt="3">
        <dgm:presLayoutVars>
          <dgm:bulletEnabled val="1"/>
        </dgm:presLayoutVars>
      </dgm:prSet>
      <dgm:spPr/>
    </dgm:pt>
  </dgm:ptLst>
  <dgm:cxnLst>
    <dgm:cxn modelId="{E3562B04-215E-4916-9171-9ABFC13A91AB}" srcId="{E0F99D34-51F0-4798-8430-02E30D531FB3}" destId="{AFD8BE25-36B2-4A8F-8024-4BC6DBCEF904}" srcOrd="1" destOrd="0" parTransId="{43E0EA4F-F5C5-4469-BE5E-C2B379E90650}" sibTransId="{FB311F2C-25E2-461E-9177-88240B2BE351}"/>
    <dgm:cxn modelId="{666E8609-1899-44A1-BE95-09AE7DB7D3FC}" srcId="{F14B8414-E6F8-4C9C-938D-97FE0E934240}" destId="{FD149B5B-EAE1-4878-B92C-60E57E6DD9E8}" srcOrd="2" destOrd="0" parTransId="{0A54BA5A-5D2C-413A-9E0B-0D3465A4F004}" sibTransId="{45048287-439A-4805-A0DB-9A7EB6D9782E}"/>
    <dgm:cxn modelId="{5FD5BB0F-D127-4B0C-87E2-F8FF6836ED8D}" srcId="{E0F99D34-51F0-4798-8430-02E30D531FB3}" destId="{1D24139C-CEEE-42A1-BDEC-C385B7FB77D4}" srcOrd="0" destOrd="0" parTransId="{3FFE54A7-CF40-410E-8C0E-4DAB2D51D950}" sibTransId="{2CAD3CFA-3463-480F-A90F-52FFF18664E7}"/>
    <dgm:cxn modelId="{91AC9918-B155-4EF2-91C7-F2518D38F750}" srcId="{AFD8BE25-36B2-4A8F-8024-4BC6DBCEF904}" destId="{3EC1FF80-CDB2-4270-A83C-0457B804EBEF}" srcOrd="2" destOrd="0" parTransId="{E59AEA1F-BE84-4629-801C-B2E405763FEF}" sibTransId="{D4F8E00F-CAE4-4E71-87CE-2D7B8A061B5E}"/>
    <dgm:cxn modelId="{FACBA32F-2203-4921-ACBB-95D0582FF206}" type="presOf" srcId="{FD149B5B-EAE1-4878-B92C-60E57E6DD9E8}" destId="{3E9B0602-A7B8-4D97-A972-D8D4118422E9}" srcOrd="0" destOrd="2" presId="urn:microsoft.com/office/officeart/2005/8/layout/vList5"/>
    <dgm:cxn modelId="{BB25765C-9000-48F6-BDFE-2C07AC70C4CC}" type="presOf" srcId="{B73F9C38-F478-4638-BCB9-2F992DF58173}" destId="{A40BC655-6C05-4B70-AE7B-83C88E2DA66C}" srcOrd="0" destOrd="0" presId="urn:microsoft.com/office/officeart/2005/8/layout/vList5"/>
    <dgm:cxn modelId="{BA0D2465-CF0D-4426-B8AE-38C804544BFA}" srcId="{AFD8BE25-36B2-4A8F-8024-4BC6DBCEF904}" destId="{D0A2391C-D997-4435-98FB-B671819DE333}" srcOrd="1" destOrd="0" parTransId="{E41FCAE7-0A6F-4A5A-B513-74BE8CAFA85F}" sibTransId="{5E5D6CE6-ADCE-4B29-9AAE-8241E5EB3C50}"/>
    <dgm:cxn modelId="{3A0EDD4B-747C-4D06-8C4A-C824FE2DE997}" type="presOf" srcId="{749A7044-1884-4BEC-BFEA-6FCD30DB0F7D}" destId="{E97A4EBE-F615-4AA4-AE39-CD48745EBC78}" srcOrd="0" destOrd="2" presId="urn:microsoft.com/office/officeart/2005/8/layout/vList5"/>
    <dgm:cxn modelId="{C67B0A75-DEAB-4D74-A69B-594DA0DD7AED}" type="presOf" srcId="{3EC1FF80-CDB2-4270-A83C-0457B804EBEF}" destId="{A40BC655-6C05-4B70-AE7B-83C88E2DA66C}" srcOrd="0" destOrd="2" presId="urn:microsoft.com/office/officeart/2005/8/layout/vList5"/>
    <dgm:cxn modelId="{72BDEB78-F154-4A19-A52D-910090EFBF81}" srcId="{1D24139C-CEEE-42A1-BDEC-C385B7FB77D4}" destId="{749A7044-1884-4BEC-BFEA-6FCD30DB0F7D}" srcOrd="2" destOrd="0" parTransId="{97ECD0DB-58C4-44E9-B766-6BE4A81633B4}" sibTransId="{404CCE4D-B844-4388-99F2-AB60FD88E284}"/>
    <dgm:cxn modelId="{9BAC9D7B-66AF-48B6-A590-C967FBE5E374}" type="presOf" srcId="{D8518855-7F36-46C3-91EE-77193D086672}" destId="{E97A4EBE-F615-4AA4-AE39-CD48745EBC78}" srcOrd="0" destOrd="1" presId="urn:microsoft.com/office/officeart/2005/8/layout/vList5"/>
    <dgm:cxn modelId="{BF18A182-0406-429D-9168-FFF61E92AB95}" srcId="{1D24139C-CEEE-42A1-BDEC-C385B7FB77D4}" destId="{D8518855-7F36-46C3-91EE-77193D086672}" srcOrd="1" destOrd="0" parTransId="{B8253246-4341-43C5-AB1F-3FC9A45E05D7}" sibTransId="{68AFF5A8-0974-4EBA-A30D-B402F27F18E0}"/>
    <dgm:cxn modelId="{6DD4C287-CE3F-445D-82A1-B3B141F6CA3C}" type="presOf" srcId="{1D24139C-CEEE-42A1-BDEC-C385B7FB77D4}" destId="{3CF310F3-D9EE-4D84-BEEA-0008B0482F4A}" srcOrd="0" destOrd="0" presId="urn:microsoft.com/office/officeart/2005/8/layout/vList5"/>
    <dgm:cxn modelId="{CDA59299-9B03-4B6B-84FD-43901917CAFF}" type="presOf" srcId="{F14B8414-E6F8-4C9C-938D-97FE0E934240}" destId="{016B6D1D-94A4-4201-AACA-13DBFB789FEB}" srcOrd="0" destOrd="0" presId="urn:microsoft.com/office/officeart/2005/8/layout/vList5"/>
    <dgm:cxn modelId="{0BED869B-795F-4768-B839-545512F1ACAB}" srcId="{E0F99D34-51F0-4798-8430-02E30D531FB3}" destId="{F14B8414-E6F8-4C9C-938D-97FE0E934240}" srcOrd="2" destOrd="0" parTransId="{5E19C2A7-3537-43F5-B996-901F156598E0}" sibTransId="{C2309786-3B5D-4C4B-8C07-4713E64388A8}"/>
    <dgm:cxn modelId="{AFEB109D-F0DD-4392-962E-83AC356B5F3D}" type="presOf" srcId="{D0A2391C-D997-4435-98FB-B671819DE333}" destId="{A40BC655-6C05-4B70-AE7B-83C88E2DA66C}" srcOrd="0" destOrd="1" presId="urn:microsoft.com/office/officeart/2005/8/layout/vList5"/>
    <dgm:cxn modelId="{468F0B9E-B613-475F-9CE2-9DB385F4AD9F}" type="presOf" srcId="{1EA2B227-F0E1-455C-8195-845310FD6821}" destId="{3E9B0602-A7B8-4D97-A972-D8D4118422E9}" srcOrd="0" destOrd="1" presId="urn:microsoft.com/office/officeart/2005/8/layout/vList5"/>
    <dgm:cxn modelId="{86A39CA4-43DF-444E-9398-8CEEF6CC5DA9}" srcId="{1D24139C-CEEE-42A1-BDEC-C385B7FB77D4}" destId="{B9510B96-77C1-41E2-8475-FB8F07606050}" srcOrd="0" destOrd="0" parTransId="{255DB6B4-7742-4771-9D23-275DEFCA08BC}" sibTransId="{D54D47AC-F6BB-4B0E-9516-DA16DAF781F6}"/>
    <dgm:cxn modelId="{7B5577B5-C292-4F33-9C52-9443B16458FC}" type="presOf" srcId="{E0F99D34-51F0-4798-8430-02E30D531FB3}" destId="{AFE2A206-A7F0-49FC-B756-62FBC54FB387}" srcOrd="0" destOrd="0" presId="urn:microsoft.com/office/officeart/2005/8/layout/vList5"/>
    <dgm:cxn modelId="{DE4B62C1-0D44-4971-B2AC-A0E048845967}" type="presOf" srcId="{AFD8BE25-36B2-4A8F-8024-4BC6DBCEF904}" destId="{866B5B1A-ED4A-4EF9-90C3-122F1DA2311B}" srcOrd="0" destOrd="0" presId="urn:microsoft.com/office/officeart/2005/8/layout/vList5"/>
    <dgm:cxn modelId="{9C0A46C4-1021-44AD-ADF8-D67791C0D6AD}" type="presOf" srcId="{B9510B96-77C1-41E2-8475-FB8F07606050}" destId="{E97A4EBE-F615-4AA4-AE39-CD48745EBC78}" srcOrd="0" destOrd="0" presId="urn:microsoft.com/office/officeart/2005/8/layout/vList5"/>
    <dgm:cxn modelId="{5E3834C8-BD32-4113-8D35-0C86CB16A716}" type="presOf" srcId="{C0A128CB-4779-43BC-9AA8-59A21FE7AE0D}" destId="{3E9B0602-A7B8-4D97-A972-D8D4118422E9}" srcOrd="0" destOrd="0" presId="urn:microsoft.com/office/officeart/2005/8/layout/vList5"/>
    <dgm:cxn modelId="{1792BCCB-F6BD-4D30-988A-D5448C1C82A5}" srcId="{F14B8414-E6F8-4C9C-938D-97FE0E934240}" destId="{1EA2B227-F0E1-455C-8195-845310FD6821}" srcOrd="1" destOrd="0" parTransId="{F47FCB7F-6402-4439-A5EF-FF2C17ACA17E}" sibTransId="{646661FA-1C08-4282-AD02-1828CC545E54}"/>
    <dgm:cxn modelId="{0A2AE3CF-33BB-4B52-B1BC-01327591DE96}" srcId="{F14B8414-E6F8-4C9C-938D-97FE0E934240}" destId="{C0A128CB-4779-43BC-9AA8-59A21FE7AE0D}" srcOrd="0" destOrd="0" parTransId="{BC31AB42-D75B-403E-9280-68A5943F75FC}" sibTransId="{A96807AF-5506-475B-A77A-FB17C3F8E20D}"/>
    <dgm:cxn modelId="{FAF659F9-738D-4C17-89BF-092DEC003418}" srcId="{AFD8BE25-36B2-4A8F-8024-4BC6DBCEF904}" destId="{B73F9C38-F478-4638-BCB9-2F992DF58173}" srcOrd="0" destOrd="0" parTransId="{F64BE1D6-E8AB-4EA5-B9BA-5BC5A0801C3A}" sibTransId="{3DF819DC-C88B-4BFA-987E-B1961392E186}"/>
    <dgm:cxn modelId="{3FB3B183-E866-4D64-8BF0-1EACBC7BBC6B}" type="presParOf" srcId="{AFE2A206-A7F0-49FC-B756-62FBC54FB387}" destId="{1B79373C-03CA-4172-BA55-FC3D9F28D6EB}" srcOrd="0" destOrd="0" presId="urn:microsoft.com/office/officeart/2005/8/layout/vList5"/>
    <dgm:cxn modelId="{649E8040-C405-4362-8717-123EB6727907}" type="presParOf" srcId="{1B79373C-03CA-4172-BA55-FC3D9F28D6EB}" destId="{3CF310F3-D9EE-4D84-BEEA-0008B0482F4A}" srcOrd="0" destOrd="0" presId="urn:microsoft.com/office/officeart/2005/8/layout/vList5"/>
    <dgm:cxn modelId="{4E4824D3-93C5-4B23-A799-B4991976821E}" type="presParOf" srcId="{1B79373C-03CA-4172-BA55-FC3D9F28D6EB}" destId="{E97A4EBE-F615-4AA4-AE39-CD48745EBC78}" srcOrd="1" destOrd="0" presId="urn:microsoft.com/office/officeart/2005/8/layout/vList5"/>
    <dgm:cxn modelId="{C503BA53-5829-4927-A080-53D9FB34234F}" type="presParOf" srcId="{AFE2A206-A7F0-49FC-B756-62FBC54FB387}" destId="{BC07D024-DEDA-4ECD-93A0-C082415C20D7}" srcOrd="1" destOrd="0" presId="urn:microsoft.com/office/officeart/2005/8/layout/vList5"/>
    <dgm:cxn modelId="{7BD33DEB-23DF-4CC8-BA73-5170D170594D}" type="presParOf" srcId="{AFE2A206-A7F0-49FC-B756-62FBC54FB387}" destId="{BF493E71-3161-4B7B-ABE4-270016A3F8EF}" srcOrd="2" destOrd="0" presId="urn:microsoft.com/office/officeart/2005/8/layout/vList5"/>
    <dgm:cxn modelId="{BE028AD9-3CD2-45FE-BF28-4DA04CD309ED}" type="presParOf" srcId="{BF493E71-3161-4B7B-ABE4-270016A3F8EF}" destId="{866B5B1A-ED4A-4EF9-90C3-122F1DA2311B}" srcOrd="0" destOrd="0" presId="urn:microsoft.com/office/officeart/2005/8/layout/vList5"/>
    <dgm:cxn modelId="{7327F4D1-2C22-4580-BCCF-3F127B822DFB}" type="presParOf" srcId="{BF493E71-3161-4B7B-ABE4-270016A3F8EF}" destId="{A40BC655-6C05-4B70-AE7B-83C88E2DA66C}" srcOrd="1" destOrd="0" presId="urn:microsoft.com/office/officeart/2005/8/layout/vList5"/>
    <dgm:cxn modelId="{44ED57D5-8DFF-4416-AE60-2C18B1D06E85}" type="presParOf" srcId="{AFE2A206-A7F0-49FC-B756-62FBC54FB387}" destId="{E7CF8BAE-DC6D-4D2E-AFFC-423AE5BE6675}" srcOrd="3" destOrd="0" presId="urn:microsoft.com/office/officeart/2005/8/layout/vList5"/>
    <dgm:cxn modelId="{3DBC5607-89D0-43D7-B712-052365DB3F72}" type="presParOf" srcId="{AFE2A206-A7F0-49FC-B756-62FBC54FB387}" destId="{823B9ECC-70F6-4F88-A405-96304214A57A}" srcOrd="4" destOrd="0" presId="urn:microsoft.com/office/officeart/2005/8/layout/vList5"/>
    <dgm:cxn modelId="{89B5E0FD-0D73-4FC8-AE0F-577303AF5F6A}" type="presParOf" srcId="{823B9ECC-70F6-4F88-A405-96304214A57A}" destId="{016B6D1D-94A4-4201-AACA-13DBFB789FEB}" srcOrd="0" destOrd="0" presId="urn:microsoft.com/office/officeart/2005/8/layout/vList5"/>
    <dgm:cxn modelId="{44C6CF4E-DBE2-4DEE-8195-10DCE7E17D31}" type="presParOf" srcId="{823B9ECC-70F6-4F88-A405-96304214A57A}" destId="{3E9B0602-A7B8-4D97-A972-D8D4118422E9}"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7A4EBE-F615-4AA4-AE39-CD48745EBC78}">
      <dsp:nvSpPr>
        <dsp:cNvPr id="0" name=""/>
        <dsp:cNvSpPr/>
      </dsp:nvSpPr>
      <dsp:spPr>
        <a:xfrm rot="5400000">
          <a:off x="7192575" y="-2977968"/>
          <a:ext cx="1038745" cy="7258304"/>
        </a:xfrm>
        <a:prstGeom prst="round2Same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IE" sz="1700" kern="1200" baseline="0" dirty="0">
              <a:latin typeface="Segoe UI"/>
              <a:cs typeface="Segoe UI"/>
            </a:rPr>
            <a:t>No capital expenditures to scale up.</a:t>
          </a:r>
          <a:endParaRPr lang="en-US" sz="1700" kern="1200" dirty="0">
            <a:latin typeface="Segoe UI"/>
            <a:cs typeface="Segoe UI"/>
          </a:endParaRPr>
        </a:p>
        <a:p>
          <a:pPr marL="171450" lvl="1" indent="-171450" algn="l" defTabSz="755650">
            <a:lnSpc>
              <a:spcPct val="90000"/>
            </a:lnSpc>
            <a:spcBef>
              <a:spcPct val="0"/>
            </a:spcBef>
            <a:spcAft>
              <a:spcPct val="15000"/>
            </a:spcAft>
            <a:buChar char="•"/>
          </a:pPr>
          <a:r>
            <a:rPr lang="en-IE" sz="1700" kern="1200" baseline="0" dirty="0">
              <a:latin typeface="Segoe UI"/>
              <a:cs typeface="Segoe UI"/>
            </a:rPr>
            <a:t>Applications can be quickly provisioned and deprovisioned.</a:t>
          </a:r>
          <a:endParaRPr lang="en-US" sz="1700" kern="1200" dirty="0">
            <a:latin typeface="Segoe UI"/>
            <a:cs typeface="Segoe UI"/>
          </a:endParaRPr>
        </a:p>
        <a:p>
          <a:pPr marL="171450" lvl="1" indent="-171450" algn="l" defTabSz="755650">
            <a:lnSpc>
              <a:spcPct val="90000"/>
            </a:lnSpc>
            <a:spcBef>
              <a:spcPct val="0"/>
            </a:spcBef>
            <a:spcAft>
              <a:spcPct val="15000"/>
            </a:spcAft>
            <a:buChar char="•"/>
          </a:pPr>
          <a:r>
            <a:rPr lang="en-IE" sz="1700" kern="1200" baseline="0" dirty="0">
              <a:latin typeface="Segoe UI"/>
              <a:cs typeface="Segoe UI"/>
            </a:rPr>
            <a:t>Organizations pay only for what they use.</a:t>
          </a:r>
          <a:endParaRPr lang="en-US" sz="1700" kern="1200" dirty="0">
            <a:latin typeface="Segoe UI"/>
            <a:cs typeface="Segoe UI"/>
          </a:endParaRPr>
        </a:p>
      </dsp:txBody>
      <dsp:txXfrm rot="-5400000">
        <a:off x="4082796" y="182518"/>
        <a:ext cx="7207597" cy="937331"/>
      </dsp:txXfrm>
    </dsp:sp>
    <dsp:sp modelId="{3CF310F3-D9EE-4D84-BEEA-0008B0482F4A}">
      <dsp:nvSpPr>
        <dsp:cNvPr id="0" name=""/>
        <dsp:cNvSpPr/>
      </dsp:nvSpPr>
      <dsp:spPr>
        <a:xfrm>
          <a:off x="0" y="1967"/>
          <a:ext cx="4082796" cy="1298432"/>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n-US" sz="2400" b="0" kern="1200" baseline="0" dirty="0">
              <a:latin typeface="Segoe UI"/>
              <a:ea typeface="+mn-ea"/>
              <a:cs typeface="+mn-cs"/>
            </a:rPr>
            <a:t>Public Cloud</a:t>
          </a:r>
          <a:endParaRPr lang="en-US" sz="2400" b="0" i="0" u="none" strike="noStrike" kern="1200" cap="none" baseline="0" noProof="0" dirty="0">
            <a:solidFill>
              <a:srgbClr val="010000"/>
            </a:solidFill>
            <a:latin typeface="Segoe UI"/>
            <a:ea typeface="+mn-ea"/>
            <a:cs typeface="+mn-cs"/>
          </a:endParaRPr>
        </a:p>
      </dsp:txBody>
      <dsp:txXfrm>
        <a:off x="63384" y="65351"/>
        <a:ext cx="3956028" cy="1171664"/>
      </dsp:txXfrm>
    </dsp:sp>
    <dsp:sp modelId="{A40BC655-6C05-4B70-AE7B-83C88E2DA66C}">
      <dsp:nvSpPr>
        <dsp:cNvPr id="0" name=""/>
        <dsp:cNvSpPr/>
      </dsp:nvSpPr>
      <dsp:spPr>
        <a:xfrm rot="5400000">
          <a:off x="7192575" y="-1614614"/>
          <a:ext cx="1038745" cy="7258304"/>
        </a:xfrm>
        <a:prstGeom prst="round2Same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b="0" i="0" kern="1200" dirty="0">
              <a:latin typeface="Segoe UI"/>
              <a:cs typeface="Segoe UI"/>
            </a:rPr>
            <a:t>Hardware must be purchased for start-up and maintenance.</a:t>
          </a:r>
          <a:endParaRPr lang="en-US" sz="1700" kern="1200" dirty="0">
            <a:latin typeface="Segoe UI"/>
            <a:cs typeface="Segoe UI"/>
          </a:endParaRPr>
        </a:p>
        <a:p>
          <a:pPr marL="171450" lvl="1" indent="-171450" algn="l" defTabSz="755650" rtl="0">
            <a:lnSpc>
              <a:spcPct val="90000"/>
            </a:lnSpc>
            <a:spcBef>
              <a:spcPct val="0"/>
            </a:spcBef>
            <a:spcAft>
              <a:spcPct val="15000"/>
            </a:spcAft>
            <a:buChar char="•"/>
          </a:pPr>
          <a:r>
            <a:rPr lang="en-IE" sz="1700" kern="1200" baseline="0" dirty="0">
              <a:latin typeface="Segoe UI"/>
              <a:cs typeface="Segoe UI"/>
            </a:rPr>
            <a:t>Organizations have complete control over resources and security. </a:t>
          </a:r>
          <a:endParaRPr lang="en-US" sz="1700" kern="1200" dirty="0">
            <a:latin typeface="Segoe UI"/>
            <a:cs typeface="Segoe UI"/>
          </a:endParaRPr>
        </a:p>
        <a:p>
          <a:pPr marL="171450" lvl="1" indent="-171450" algn="l" defTabSz="755650">
            <a:lnSpc>
              <a:spcPct val="90000"/>
            </a:lnSpc>
            <a:spcBef>
              <a:spcPct val="0"/>
            </a:spcBef>
            <a:spcAft>
              <a:spcPct val="15000"/>
            </a:spcAft>
            <a:buChar char="•"/>
          </a:pPr>
          <a:r>
            <a:rPr lang="en-US" sz="1700" b="0" i="0" kern="1200" dirty="0">
              <a:latin typeface="Segoe UI"/>
              <a:cs typeface="Segoe UI"/>
            </a:rPr>
            <a:t>Organizations are responsible for hardware maintenance and updates.</a:t>
          </a:r>
          <a:endParaRPr lang="en-US" sz="1700" kern="1200" dirty="0">
            <a:latin typeface="Segoe UI"/>
            <a:cs typeface="Segoe UI"/>
          </a:endParaRPr>
        </a:p>
      </dsp:txBody>
      <dsp:txXfrm rot="-5400000">
        <a:off x="4082796" y="1545872"/>
        <a:ext cx="7207597" cy="937331"/>
      </dsp:txXfrm>
    </dsp:sp>
    <dsp:sp modelId="{866B5B1A-ED4A-4EF9-90C3-122F1DA2311B}">
      <dsp:nvSpPr>
        <dsp:cNvPr id="0" name=""/>
        <dsp:cNvSpPr/>
      </dsp:nvSpPr>
      <dsp:spPr>
        <a:xfrm>
          <a:off x="0" y="1365321"/>
          <a:ext cx="4082796" cy="1298432"/>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n-US" sz="2400" b="0" kern="1200" baseline="0" dirty="0">
              <a:latin typeface="Segoe UI"/>
              <a:ea typeface="+mn-ea"/>
              <a:cs typeface="+mn-cs"/>
            </a:rPr>
            <a:t>Private Cloud</a:t>
          </a:r>
        </a:p>
      </dsp:txBody>
      <dsp:txXfrm>
        <a:off x="63384" y="1428705"/>
        <a:ext cx="3956028" cy="1171664"/>
      </dsp:txXfrm>
    </dsp:sp>
    <dsp:sp modelId="{3E9B0602-A7B8-4D97-A972-D8D4118422E9}">
      <dsp:nvSpPr>
        <dsp:cNvPr id="0" name=""/>
        <dsp:cNvSpPr/>
      </dsp:nvSpPr>
      <dsp:spPr>
        <a:xfrm rot="5400000">
          <a:off x="7192575" y="-251260"/>
          <a:ext cx="1038745" cy="7258304"/>
        </a:xfrm>
        <a:prstGeom prst="round2Same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800100">
            <a:lnSpc>
              <a:spcPct val="90000"/>
            </a:lnSpc>
            <a:spcBef>
              <a:spcPct val="0"/>
            </a:spcBef>
            <a:spcAft>
              <a:spcPct val="15000"/>
            </a:spcAft>
            <a:buChar char="•"/>
          </a:pPr>
          <a:r>
            <a:rPr lang="en-IE" sz="1800" kern="1200" baseline="0" dirty="0">
              <a:latin typeface="Segoe UI"/>
              <a:cs typeface="Segoe UI"/>
            </a:rPr>
            <a:t>Provides the most flexibility.</a:t>
          </a:r>
          <a:endParaRPr lang="en-US" sz="1800" kern="1200" dirty="0">
            <a:latin typeface="Segoe UI"/>
            <a:cs typeface="Segoe UI"/>
          </a:endParaRPr>
        </a:p>
        <a:p>
          <a:pPr marL="171450" lvl="1" indent="-171450" algn="l" defTabSz="800100">
            <a:lnSpc>
              <a:spcPct val="90000"/>
            </a:lnSpc>
            <a:spcBef>
              <a:spcPct val="0"/>
            </a:spcBef>
            <a:spcAft>
              <a:spcPct val="15000"/>
            </a:spcAft>
            <a:buChar char="•"/>
          </a:pPr>
          <a:r>
            <a:rPr lang="en-IE" sz="1800" kern="1200" baseline="0" dirty="0">
              <a:latin typeface="Segoe UI"/>
              <a:cs typeface="Segoe UI"/>
            </a:rPr>
            <a:t>Organizations determine where to run their applications.</a:t>
          </a:r>
          <a:endParaRPr lang="en-US" sz="1800" kern="1200" dirty="0">
            <a:latin typeface="Segoe UI"/>
            <a:cs typeface="Segoe UI"/>
          </a:endParaRPr>
        </a:p>
        <a:p>
          <a:pPr marL="171450" lvl="1" indent="-171450" algn="l" defTabSz="800100">
            <a:lnSpc>
              <a:spcPct val="90000"/>
            </a:lnSpc>
            <a:spcBef>
              <a:spcPct val="0"/>
            </a:spcBef>
            <a:spcAft>
              <a:spcPct val="15000"/>
            </a:spcAft>
            <a:buChar char="•"/>
          </a:pPr>
          <a:r>
            <a:rPr lang="en-IE" sz="1800" kern="1200" baseline="0" dirty="0">
              <a:latin typeface="Segoe UI"/>
              <a:cs typeface="Segoe UI"/>
            </a:rPr>
            <a:t>Organizations control security, compliance, or legal requirements.</a:t>
          </a:r>
          <a:endParaRPr lang="en-US" sz="1800" kern="1200" dirty="0">
            <a:latin typeface="Segoe UI"/>
            <a:cs typeface="Segoe UI"/>
          </a:endParaRPr>
        </a:p>
      </dsp:txBody>
      <dsp:txXfrm rot="-5400000">
        <a:off x="4082796" y="2909226"/>
        <a:ext cx="7207597" cy="937331"/>
      </dsp:txXfrm>
    </dsp:sp>
    <dsp:sp modelId="{016B6D1D-94A4-4201-AACA-13DBFB789FEB}">
      <dsp:nvSpPr>
        <dsp:cNvPr id="0" name=""/>
        <dsp:cNvSpPr/>
      </dsp:nvSpPr>
      <dsp:spPr>
        <a:xfrm>
          <a:off x="0" y="2728675"/>
          <a:ext cx="4082796" cy="1298432"/>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n-US" sz="2400" b="0" kern="1200" baseline="0" dirty="0">
              <a:latin typeface="Segoe UI"/>
              <a:ea typeface="+mn-ea"/>
              <a:cs typeface="+mn-cs"/>
            </a:rPr>
            <a:t>Hybrid Cloud</a:t>
          </a:r>
        </a:p>
      </dsp:txBody>
      <dsp:txXfrm>
        <a:off x="63384" y="2792059"/>
        <a:ext cx="3956028" cy="1171664"/>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02T15:21:29.130"/>
    </inkml:context>
    <inkml:brush xml:id="br0">
      <inkml:brushProperty name="width" value="0.1" units="cm"/>
      <inkml:brushProperty name="height" value="0.1" units="cm"/>
    </inkml:brush>
  </inkml:definitions>
  <inkml:trace contextRef="#ctx0" brushRef="#br0">11430 3877 7615 0 0,'5'6'6496'0'0,"8"1"-4896"0"0,6 0-1344 0 0,6-2-64 0 0,9-1 32 0 0,10-1-64 0 0,8-7 32 0 0,0-3 0 0 0,3 0 32 0 0,-4 1-32 0 0,1 2-32 0 0,-3 1 0 0 0,1 2 0 0 0,3 0 0 0 0,2 1 0 0 0,4 0-32 0 0,2-5 32 0 0,1-2 0 0 0,1 1-32 0 0,1 0 32 0 0,-1 3 0 0 0,1 0 0 0 0,-6 2 0 0 0,-1 1 0 0 0,-1 0 0 0 0,2 0-32 0 0,2 0 32 0 0,-5 6-64 0 0,0 1 32 0 0,-5 0-32 0 0,1-1 0 0 0,-4-2-32 0 0,1 3 0 0 0,-2 2 0 0 0,2 4 0 0 0,4-1 0 0 0,-3-1 32 0 0,3-4-64 0 0,-4-2 64 0 0,2-2-32 0 0,-3 3 0 0 0,2 2 0 0 0,-2-2 0 0 0,1-1-32 0 0,-2 4 0 0 0,2 0 0 0 0,4-1 0 0 0,-2-3 0 0 0,1 5 0 0 0,4-1 0 0 0,2-1-32 0 0,-3-3 32 0 0,0-1 0 0 0,2-2-32 0 0,2-6 32 0 0,1-3 0 0 0,3 0 0 0 0,-5 1 0 0 0,-1 2 0 0 0,0 1 32 0 0,8 1-32 0 0,3 2 0 0 0,0-1 0 0 0,-4 2 0 0 0,-4-1 0 0 0,0-5 0 0 0,0-2 0 0 0,1 0 0 0 0,2 2 0 0 0,-1 1 0 0 0,-3 2 0 0 0,-3-5 32 0 0,2-1-32 0 0,1 2 32 0 0,1 0 0 0 0,-3 3 0 0 0,-1 1-32 0 0,-5 0 32 0 0,-5 2 0 0 0,-4 0 0 0 0,-5 1 0 0 0,-13-7 96 0 0,-11 0-160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02T15:21:29.131"/>
    </inkml:context>
    <inkml:brush xml:id="br0">
      <inkml:brushProperty name="width" value="0.1" units="cm"/>
      <inkml:brushProperty name="height" value="0.1" units="cm"/>
    </inkml:brush>
  </inkml:definitions>
  <inkml:trace contextRef="#ctx0" brushRef="#br0">6068 9437 14847 0 0,'5'10'6912'0'0,"8"15"-6784"0"0,11 19 0 0 0,14 13 0 0 0,4 13-32 0 0,7 5 32 0 0,0-5-64 0 0,3-9 0 0 0,-3-14 0 0 0,-4-16-32 0 0,1-24 32 0 0,10-23-32 0 0,4-26 32 0 0,10-27 0 0 0,8-23 0 0 0,12-17 32 0 0,8-12 32 0 0,3-2 32 0 0,0 5 0 0 0,-6 11 32 0 0,-4 18-32 0 0,-5 20 0 0 0,-8 26-96 0 0,-11 26 0 0 0,-17 16-64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02T15:21:29.132"/>
    </inkml:context>
    <inkml:brush xml:id="br0">
      <inkml:brushProperty name="width" value="0.1" units="cm"/>
      <inkml:brushProperty name="height" value="0.1" units="cm"/>
    </inkml:brush>
  </inkml:definitions>
  <inkml:trace contextRef="#ctx0" brushRef="#br0">15851 9522 10239 0 0,'-5'-5'3456'0'0,"-7"-2"-1120"0"0,3 0-768 0 0,9 2-1024 0 0,10 1-320 0 0,9 7-32 0 0,6 8 0 0 0,4 8 32 0 0,8 5-64 0 0,4 0 32 0 0,-1 0-64 0 0,4-3 32 0 0,5-6 0 0 0,6-10 0 0 0,8-12 96 0 0,11-15 0 0 0,3-15 0 0 0,4-12 0 0 0,11-13 0 0 0,5-13 0 0 0,8-9-32 0 0,1-7 0 0 0,0 1-32 0 0,-7 1 0 0 0,-6 9-64 0 0,-6 13-32 0 0,-9 13-32 0 0,-5 15-32 0 0,-17 14-32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02T15:21:29.133"/>
    </inkml:context>
    <inkml:brush xml:id="br0">
      <inkml:brushProperty name="width" value="0.1" units="cm"/>
      <inkml:brushProperty name="height" value="0.1" units="cm"/>
    </inkml:brush>
  </inkml:definitions>
  <inkml:trace contextRef="#ctx0" brushRef="#br0">22066 4599 16159 0 0,'0'5'1088'0'0,"0"8"960"0"0,6 1-640 0 0,1 3-928 0 0,5 5-192 0 0,1 4-160 0 0,3 2-32 0 0,-1 8 0 0 0,-3 8-32 0 0,-4 8 32 0 0,-2 0-32 0 0,-4-4 0 0 0,-1-4 32 0 0,-1-4 0 0 0,-6-15 512 0 0,-2-16-448 0 0,-4-21 32 0 0,-7-25 32 0 0,-4-21 0 0 0,-5-18 32 0 0,-2-11-32 0 0,4-8 32 0 0,6-3-32 0 0,1-7 64 0 0,4 4-96 0 0,4 3 32 0 0,10 1 0 0 0,10 3-32 0 0,9-6-32 0 0,13-1 32 0 0,11 0-32 0 0,9 2 0 0 0,7 6-32 0 0,4 8 32 0 0,3 14-96 0 0,-5 13 32 0 0,-2 17-32 0 0,-5 15 32 0 0,-6 17-64 0 0,-11 16 32 0 0,-7 17-64 0 0,-8 21 64 0 0,-13 19-64 0 0,-13 14 32 0 0,-11 16-32 0 0,-14 8 0 0 0,-17 3 0 0 0,-13-1 32 0 0,-5-7-32 0 0,-4-9 0 0 0,0-9 0 0 0,7-13 0 0 0,7-17 0 0 0,9-12-32 0 0,6-12-64 0 0,15-10-128 0 0,18-8 160 0 0,15-5 0 0 0,12 3 0 0 0,7 5 32 0 0,5 12-32 0 0,3 13 0 0 0,-6 12 32 0 0,-1 13 0 0 0,-1 2 0 0 0,1 2 0 0 0,1-6 0 0 0,0-6 0 0 0,7-13 0 0 0,8-7 32 0 0,7-14 0 0 0,5-11-32 0 0,5-12 32 0 0,1-15 0 0 0,3-16 0 0 0,-1-11 0 0 0,-4-10 0 0 0,-9-11 32 0 0,-11-9 0 0 0,-8-3 0 0 0,-10 1 0 0 0,-13 4 32 0 0,-9 9-32 0 0,-9 10 32 0 0,-9 10 0 0 0,-6 7 0 0 0,-11 15-32 0 0,-4 13 32 0 0,-11 12-32 0 0,-9 18 32 0 0,1 10-32 0 0,0 17 0 0 0,9 16-32 0 0,13 15 32 0 0,18 9 0 0 0,18 7-32 0 0,19-2 0 0 0,23-6 0 0 0,20-12 0 0 0,16-12 0 0 0,15-18 0 0 0,10-20 0 0 0,2-21 0 0 0,-1-20-32 0 0,-6-19-192 0 0,-10-18 32 0 0,-20-1 192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02T15:21:29.134"/>
    </inkml:context>
    <inkml:brush xml:id="br0">
      <inkml:brushProperty name="width" value="0.1" units="cm"/>
      <inkml:brushProperty name="height" value="0.1" units="cm"/>
    </inkml:brush>
  </inkml:definitions>
  <inkml:trace contextRef="#ctx0" brushRef="#br0">22743 4192 16063 0 0,'-6'0'1952'0'0,"-1"5"160"0"0,6 8-1824 0 0,13 12 0 0 0,11 12 0 0 0,11 16 0 0 0,6 11-32 0 0,2 9-32 0 0,-7 4 32 0 0,-4-7 0 0 0,-7-9-64 0 0,-8-9 32 0 0,-1-20 576 0 0,-3-31-672 0 0,2-32 0 0 0,-2-26 0 0 0,3-20 0 0 0,4-13 0 0 0,-1-2 0 0 0,1 9-32 0 0,-2 14 0 0 0,2 13 0 0 0,2 21-32 0 0,3 22 0 0 0,4 24 0 0 0,1 21 0 0 0,-4 16-32 0 0,0 10 0 0 0,0 1 32 0 0,7-4-32 0 0,4-18 0 0 0,0-14 32 0 0,6-22-32 0 0,0-27 0 0 0,-1-26 32 0 0,-2-25-32 0 0,-8-21 32 0 0,-10-15 32 0 0,-7-10-32 0 0,-12-12 32 0 0,-12 3-32 0 0,-10 0 32 0 0,-6 8-32 0 0,1 20 0 0 0,5 21 0 0 0,11 31 64 0 0,7 34-64 0 0,15 43 0 0 0,15 43 32 0 0,15 42-64 0 0,9 36 32 0 0,8 13-64 0 0,-1 2 32 0 0,0-11-32 0 0,-5-20 0 0 0,-6-32-64 0 0,-17-32-224 0 0,-18-34 64 0 0,-13-21 224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02T15:21:29.135"/>
    </inkml:context>
    <inkml:brush xml:id="br0">
      <inkml:brushProperty name="width" value="0.1" units="cm"/>
      <inkml:brushProperty name="height" value="0.1" units="cm"/>
    </inkml:brush>
  </inkml:definitions>
  <inkml:trace contextRef="#ctx0" brushRef="#br0">23300 3860 15167 0 0,'-5'-5'352'0'0,"-7"-13"0"0"0,-2-8 800 0 0,7-1 320 0 0,10 6-1152 0 0,15 5-32 0 0,21 6 0 0 0,15-1-32 0 0,13-4 0 0 0,7-5 32 0 0,7-9 0 0 0,5-6 32 0 0,0-7 0 0 0,-11-2 0 0 0,-11 1 32 0 0,-12 3-64 0 0,-15 2 608 0 0,-14 13-384 0 0,-5 17-288 0 0,-5 20 0 0 0,0 24-32 0 0,-3 22 0 0 0,4 23-64 0 0,-2 8 32 0 0,-2 5-64 0 0,-4-2 32 0 0,-1-7-32 0 0,-9-12 64 0 0,-7-18-96 0 0,-14-25 0 0 0,-13-22 0 0 0,0-12-64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02T15:21:29.136"/>
    </inkml:context>
    <inkml:brush xml:id="br0">
      <inkml:brushProperty name="width" value="0.1" units="cm"/>
      <inkml:brushProperty name="height" value="0.1" units="cm"/>
    </inkml:brush>
  </inkml:definitions>
  <inkml:trace contextRef="#ctx0" brushRef="#br0">23724 3560 16863 0 0,'6'0'992'0'0,"6"0"768"0"0,8 0-800 0 0,-1 6 0 0 0,3 1-480 0 0,7 5 32 0 0,5 6-160 0 0,2 11 0 0 0,-5 5-64 0 0,-8 8-32 0 0,-3 8-64 0 0,-10 0 32 0 0,-6-2-64 0 0,-4-5 256 0 0,-3-14-96 0 0,6-24-192 0 0,1-22-32 0 0,6-20 32 0 0,7-15-32 0 0,5-8 0 0 0,5 0-32 0 0,3 5 32 0 0,1 7-64 0 0,2 11 32 0 0,5 12-32 0 0,7 16 0 0 0,7 19 0 0 0,0 20 0 0 0,2 10 0 0 0,-4 8-32 0 0,-4 2 0 0 0,-4-7 0 0 0,-5-12 0 0 0,-3-11 0 0 0,4-14 0 0 0,6-18 0 0 0,6-24 0 0 0,5-17 0 0 0,5-15 32 0 0,2-6-32 0 0,-4-3 0 0 0,-12 3 32 0 0,-8 7-32 0 0,-10 10 32 0 0,-16 10-32 0 0,-21 18 64 0 0,-13 24-32 0 0,-15 30-32 0 0,-11 26 32 0 0,2 16 0 0 0,9 1-32 0 0,11-5 0 0 0,16-14 32 0 0,19-14-32 0 0,14-20 0 0 0,14-22 0 0 0,11-21 0 0 0,3-16 32 0 0,4-12 0 0 0,-3-7-32 0 0,-4 2 32 0 0,-5 6 0 0 0,-10 7 32 0 0,-5 11-32 0 0,-3 18 0 0 0,7 23 0 0 0,7 26 0 0 0,9 36 0 0 0,0 33 0 0 0,-1 31 0 0 0,-9 27 0 0 0,-12 24-32 0 0,-15 13 32 0 0,-20 1-32 0 0,-24-11 32 0 0,-29-16-32 0 0,-31-26 0 0 0,-25-31 0 0 0,-21-35 0 0 0,-12-35-32 0 0,-3-36 32 0 0,8-35 0 0 0,20-28 0 0 0,19-25 0 0 0,28-27 32 0 0,28-10 0 0 0,28-5 0 0 0,23 6 64 0 0,22 14-32 0 0,24 19 32 0 0,25 18 0 0 0,22 17-32 0 0,17 21 0 0 0,6 21-32 0 0,-6 24 32 0 0,-17 29-96 0 0,-34 30 32 0 0,-28 2 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02T15:21:29.137"/>
    </inkml:context>
    <inkml:brush xml:id="br0">
      <inkml:brushProperty name="width" value="0.1" units="cm"/>
      <inkml:brushProperty name="height" value="0.1" units="cm"/>
    </inkml:brush>
  </inkml:definitions>
  <inkml:trace contextRef="#ctx0" brushRef="#br0">21731 5773 19999 0 0,'16'-6'-64'0'0,"16"-11"64"0"0,25-10-32 0 0,34-10 0 0 0,39-10 192 0 0,41-12 0 0 0,45-14 480 0 0,44-14-32 0 0,49-15 96 0 0,36-11-32 0 0,23-9-160 0 0,3-4-32 0 0,-7 3-128 0 0,-18 7 32 0 0,-30 6-160 0 0,-31 16 0 0 0,-37 15-64 0 0,-34 14 0 0 0,-37 19-32 0 0,-39 16 0 0 0,-36 20-96 0 0,-36 16 32 0 0,-45 19-64 0 0,-54 20 0 0 0,-20 3 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02T15:21:29.138"/>
    </inkml:context>
    <inkml:brush xml:id="br0">
      <inkml:brushProperty name="width" value="0.1" units="cm"/>
      <inkml:brushProperty name="height" value="0.1" units="cm"/>
    </inkml:brush>
  </inkml:definitions>
  <inkml:trace contextRef="#ctx0" brushRef="#br0">22003 6296 17791 0 0,'-6'6'0'0'0,"-12"6"352"0"0,-13 8 32 0 0,-14 4 672 0 0,13 0 768 0 0,28-6-1120 0 0,41-15-256 0 0,57-20-32 0 0,62-28 96 0 0,73-34-32 0 0,79-29-32 0 0,78-30 0 0 0,70-22-96 0 0,54-23 32 0 0,32-12-32 0 0,10 1 0 0 0,-14 5-32 0 0,-23 15-32 0 0,-35 14-64 0 0,-45 19-32 0 0,-49 17-64 0 0,-57 14 0 0 0,-84 25-128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4T15:15:53.062"/>
    </inkml:context>
    <inkml:brush xml:id="br0">
      <inkml:brushProperty name="width" value="0.2" units="cm"/>
      <inkml:brushProperty name="height" value="0.2" units="cm"/>
    </inkml:brush>
  </inkml:definitions>
  <inkml:trace contextRef="#ctx0" brushRef="#br0">5262 746 6928 0 0,'7'-8'88'0'0,"-1"1"-49"0"0,0-1 0 0 0,0 0 0 0 0,-1 0 0 0 0,6-10 0 0 0,-9 13 7 0 0,-1 1 0 0 0,1-1 0 0 0,-1 1 0 0 0,1-1 0 0 0,-1 1 0 0 0,0-1 0 0 0,-1 0 0 0 0,1 0 0 0 0,-1 0 0 0 0,0 1-1 0 0,0-1 1 0 0,-1 0 0 0 0,-1-8 0 0 0,-2-2-23 0 0,-1 1 0 0 0,0-1 0 0 0,-1 1-1 0 0,-1 0 1 0 0,0 1 0 0 0,-1 0 0 0 0,0 0-1 0 0,-1 0 1 0 0,0 1 0 0 0,-1 0-1 0 0,-1 1 1 0 0,0 0 0 0 0,0 1 0 0 0,-1 0-1 0 0,0 1 1 0 0,-18-10 0 0 0,-16-6 5 0 0,0 2 0 0 0,-2 2 0 0 0,-75-23 0 0 0,-73-13 66 0 0,-206-31 0 0 0,207 56-28 0 0,-248-9 1 0 0,-202 43 69 0 0,199 33 40 0 0,-585 121 0 0 0,471-26-15 0 0,480-105-111 0 0,1 3 1 0 0,1 4-1 0 0,2 3 1 0 0,-130 81 0 0 0,162-85-10 0 0,2 1 0 0 0,1 2 0 0 0,2 1 0 0 0,1 3 0 0 0,-52 67 0 0 0,71-79-22 0 0,1 0 0 0 0,2 0 0 0 0,0 2 1 0 0,2 0-1 0 0,1 1 0 0 0,2 0 0 0 0,0 1 0 0 0,2 0 1 0 0,2 0-1 0 0,-8 57 0 0 0,13-43-5 0 0,2 1 1 0 0,1-1-1 0 0,3 0 0 0 0,2 0 0 0 0,1 0 1 0 0,2 0-1 0 0,3-1 0 0 0,1-1 1 0 0,2 0-1 0 0,2-1 0 0 0,22 39 1 0 0,-10-27-5 0 0,3-2 0 0 0,2-1 1 0 0,2-2-1 0 0,3-1 0 0 0,1-2 1 0 0,2-2-1 0 0,77 62 1 0 0,-41-49 0 0 0,2-3 0 0 0,2-4 0 0 0,3-3 1 0 0,1-4-1 0 0,126 42 0 0 0,14-12 21 0 0,236 41-1 0 0,544 47 77 0 0,-747-140-62 0 0,503-27 0 0 0,94-107 28 0 0,-625 64-36 0 0,369-130 1 0 0,-453 123-6 0 0,213-115-1 0 0,-281 127-14 0 0,-2-4 0 0 0,-2-3 0 0 0,-2-3 0 0 0,70-70 0 0 0,-113 94-1 0 0,-1-1 1 0 0,-2-1 0 0 0,-1-2 0 0 0,-1 0 0 0 0,-2-2-1 0 0,-2-1 1 0 0,-1 0 0 0 0,-2-1 0 0 0,17-56 0 0 0,-24 58 10 0 0,-2-1 1 0 0,-1 0-1 0 0,-3 0 1 0 0,-1-1-1 0 0,-1 1 1 0 0,-2-1-1 0 0,-2 0 1 0 0,-2 1 0 0 0,-1-1-1 0 0,-15-60 1 0 0,7 57 5 0 0,-1 1 0 0 0,-3 0-1 0 0,-1 1 1 0 0,-2 1 0 0 0,-1 0 0 0 0,-33-44 0 0 0,20 37 5 0 0,-3 2-1 0 0,-2 1 1 0 0,-1 2 0 0 0,-59-46-1 0 0,23 29 13 0 0,-3 4 0 0 0,-3 4-1 0 0,-1 3 1 0 0,-2 4 0 0 0,-148-54-1 0 0,94 50 23 0 0,-145-29 0 0 0,-221-3 60 0 0,-80 55-42 0 0,34 46-1601 0 0,436-16-6356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4T15:31:03.961"/>
    </inkml:context>
    <inkml:brush xml:id="br0">
      <inkml:brushProperty name="width" value="0.2" units="cm"/>
      <inkml:brushProperty name="height" value="0.2" units="cm"/>
    </inkml:brush>
  </inkml:definitions>
  <inkml:trace contextRef="#ctx0" brushRef="#br0">1 0 4720 0 0,'0'0'488'0'0,"9"7"-431"0"0,30 24 7 0 0,-2 2 0 0 0,-2 1 0 0 0,0 2 0 0 0,-3 2 0 0 0,-1 0 0 0 0,30 51 0 0 0,-39-56 2 0 0,85 143 279 0 0,-79-127 3 0 0,32 85 0 0 0,-60-134-379 0 0,0 1 1 0 0,0 0 0 0 0,0-1-1 0 0,0 1 1 0 0,0-1 0 0 0,0 1-1 0 0,0-1 1 0 0,0 1-1 0 0,-1-1 1 0 0,1 1 0 0 0,0-1-1 0 0,-1 1 1 0 0,1-1 0 0 0,0 1-1 0 0,-1-1 1 0 0,1 1-1 0 0,0-1 1 0 0,-1 1 0 0 0,1-1-1 0 0,-1 0 1 0 0,1 1 0 0 0,-1 0-1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4T15:31:04.132"/>
    </inkml:context>
    <inkml:brush xml:id="br0">
      <inkml:brushProperty name="width" value="0.2" units="cm"/>
      <inkml:brushProperty name="height" value="0.2" units="cm"/>
    </inkml:brush>
  </inkml:definitions>
  <inkml:trace contextRef="#ctx0" brushRef="#br0">1 155 5720 0 0,'0'0'0'0'0,"0"-32"0"0"0,4 17 0 0 0,7-4 16 0 0,13-2-16 0 0,19-5 8 0 0,19 0-8 0 0,12 11 0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4T15:31:04.721"/>
    </inkml:context>
    <inkml:brush xml:id="br0">
      <inkml:brushProperty name="width" value="0.2" units="cm"/>
      <inkml:brushProperty name="height" value="0.2" units="cm"/>
    </inkml:brush>
  </inkml:definitions>
  <inkml:trace contextRef="#ctx0" brushRef="#br0">91 176 3616 0 0,'0'0'35'0'0,"-3"-5"6"0"0,1 2-27 0 0,0 1 1 0 0,-1-1-1 0 0,1 1 1 0 0,-1 0-1 0 0,1-1 1 0 0,-1 1-1 0 0,0 0 1 0 0,0 0-1 0 0,1 1 0 0 0,-1-1 1 0 0,-1 1-1 0 0,1-1 1 0 0,0 1-1 0 0,0 0 1 0 0,0 0-1 0 0,-1 0 1 0 0,1 1-1 0 0,-5-1 1 0 0,-9-4 347 0 0,14 4-131 0 0,-3-3 273 0 0,6 3-487 0 0,0 1 0 0 0,0 0 0 0 0,0 0 0 0 0,0 0 0 0 0,0 0 0 0 0,0 0 0 0 0,0 0 1 0 0,0 0-1 0 0,0 0 0 0 0,0 0 0 0 0,0 0 0 0 0,0-1 0 0 0,0 1 0 0 0,0 0 0 0 0,0 0 0 0 0,0 0 0 0 0,0 0 0 0 0,-1-1 290 0 0,1 0-290 0 0,0 1 0 0 0,0 0 0 0 0,0 0 0 0 0,0 0 0 0 0,0 0 0 0 0,0 0 0 0 0,0 0 0 0 0,0 0 0 0 0,-1 0 0 0 0,1 0 1 0 0,0 0-1 0 0,0 0 0 0 0,0 0 0 0 0,0 0 0 0 0,0 0 0 0 0,0 0 0 0 0,9 0 26 0 0,-1 1-1 0 0,1 0 1 0 0,0 0 0 0 0,0 1-1 0 0,0 0 1 0 0,-1 0 0 0 0,1 1-1 0 0,-1 0 1 0 0,0 1 0 0 0,0-1 0 0 0,0 2-1 0 0,-1-1 1 0 0,1 1 0 0 0,-1 0-1 0 0,11 11 1 0 0,1 1 12 0 0,-1 0-1 0 0,-1 2 1 0 0,0 0-1 0 0,19 30 1 0 0,-27-35 18 0 0,-1 0 0 0 0,-1 1 0 0 0,8 21 0 0 0,-14-34 152 0 0,-3-2-209 0 0,0 0 1 0 0,0-1-1 0 0,0 0 0 0 0,0 1 1 0 0,-1-1-1 0 0,1 0 0 0 0,0 0 0 0 0,0 0 1 0 0,1 0-1 0 0,-1-1 0 0 0,0 1 1 0 0,0 0-1 0 0,0-1 0 0 0,1 1 0 0 0,-1-1 1 0 0,1 0-1 0 0,-1 1 0 0 0,1-1 1 0 0,-2-4-1 0 0,-1 0 17 0 0,0 0 0 0 0,1-1 1 0 0,0 1-1 0 0,0-1 0 0 0,-1-7 0 0 0,0 0 7 0 0,1 0 0 0 0,0 0 0 0 0,1 0 0 0 0,1-1 0 0 0,0 1 0 0 0,1 0 0 0 0,1-1 0 0 0,0 1 0 0 0,1 0-1 0 0,4-18 1 0 0,-4 24-22 0 0,1 1 0 0 0,-1 0-1 0 0,1-1 1 0 0,1 1 0 0 0,0 0-1 0 0,0 1 1 0 0,0-1-1 0 0,1 1 1 0 0,-1 0 0 0 0,2 0-1 0 0,-1 0 1 0 0,1 1 0 0 0,-1-1-1 0 0,2 1 1 0 0,-1 1 0 0 0,0-1-1 0 0,1 1 1 0 0,0 0-1 0 0,0 1 1 0 0,12-5 0 0 0,-9 5-7 0 0,0 1-1 0 0,0 0 1 0 0,1 0 0 0 0,-1 1 0 0 0,0 0-1 0 0,1 1 1 0 0,-1 0 0 0 0,1 0 0 0 0,-1 1-1 0 0,1 1 1 0 0,-1 0 0 0 0,0 0 0 0 0,0 1 0 0 0,0 1-1 0 0,0-1 1 0 0,-1 1 0 0 0,1 1 0 0 0,14 9-1 0 0,-8-4 6 0 0,-1 2 1 0 0,1-1-1 0 0,-2 2 0 0 0,0 0 0 0 0,0 1 0 0 0,-1 0 0 0 0,-1 1 0 0 0,0 0 0 0 0,12 23 0 0 0,14 40-1169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4T15:31:05.452"/>
    </inkml:context>
    <inkml:brush xml:id="br0">
      <inkml:brushProperty name="width" value="0.2" units="cm"/>
      <inkml:brushProperty name="height" value="0.2" units="cm"/>
    </inkml:brush>
  </inkml:definitions>
  <inkml:trace contextRef="#ctx0" brushRef="#br0">1377 135 3208 0 0,'-41'-5'1'0'0,"0"1"1"0"0,0 3-1 0 0,-1 1 0 0 0,1 2 0 0 0,-57 10 1 0 0,46-1-2 0 0,1 2 0 0 0,1 1 0 0 0,-87 39 0 0 0,66-17 1 0 0,1 2 0 0 0,3 3 0 0 0,1 3 0 0 0,2 3 0 0 0,-97 94 1 0 0,133-115-1 0 0,2 2 1 0 0,1 0 0 0 0,1 2 0 0 0,1 1 0 0 0,2 1 0 0 0,1 1 0 0 0,2 0-1 0 0,1 1 1 0 0,2 1 0 0 0,1 1 0 0 0,2 0 0 0 0,1 1 0 0 0,2 0-1 0 0,2 0 1 0 0,1 1 0 0 0,2 0 0 0 0,1 56 0 0 0,5-49 1 0 0,2 1 0 0 0,3-1 0 0 0,1-1 0 0 0,2 1 0 0 0,2-1 0 0 0,2-1 0 0 0,32 67 0 0 0,-21-60 2 0 0,2-1 0 0 0,3-2 0 0 0,1-1 0 0 0,3-1 0 0 0,72 75 1 0 0,-81-96-5 0 0,1 0 1 0 0,1-2 0 0 0,1 0-1 0 0,1-2 1 0 0,0-2 0 0 0,2 0-1 0 0,0-2 1 0 0,1-2 0 0 0,0 0-1 0 0,2-3 1 0 0,-1 0 0 0 0,1-2 0 0 0,0-2-1 0 0,42 4 1 0 0,-26-8 4 0 0,0-3 1 0 0,1-2-1 0 0,-1-2 0 0 0,-1-2 1 0 0,1-3-1 0 0,-1-1 0 0 0,87-32 1 0 0,-58 12 17 0 0,-1-4 1 0 0,-2-3 0 0 0,134-89-1 0 0,-144 78 73 0 0,-3-2-1 0 0,-2-3 1 0 0,-2-2 0 0 0,-3-3-1 0 0,-2-3 1 0 0,-3-1-1 0 0,-3-3 1 0 0,-2-2 0 0 0,-4-1-1 0 0,44-98 1 0 0,-63 115 43 0 0,-2-2-1 0 0,-2 0 1 0 0,-2-1-1 0 0,-3 0 1 0 0,-3-2 0 0 0,-1 1-1 0 0,1-88 1 0 0,-10 107-58 0 0,-2 0 1 0 0,-1 1-1 0 0,-2-1 1 0 0,-1 1-1 0 0,-2 0 0 0 0,-1 1 1 0 0,-2 0-1 0 0,-1 0 0 0 0,-1 2 1 0 0,-3-1-1 0 0,0 2 0 0 0,-41-59 1 0 0,45 74-49 0 0,-1 1 0 0 0,-1 0 0 0 0,-1 0 0 0 0,0 2 1 0 0,0 0-1 0 0,-1 0 0 0 0,-1 2 0 0 0,0 0 0 0 0,-1 1 1 0 0,0 0-1 0 0,0 2 0 0 0,-1 0 0 0 0,0 1 0 0 0,-1 1 0 0 0,1 1 1 0 0,-1 0-1 0 0,0 2 0 0 0,-30-2 0 0 0,13 4-4 0 0,0 2-1 0 0,-1 1 1 0 0,1 2 0 0 0,-64 16-1 0 0,39-3 42 0 0,0 2-1 0 0,-61 31 1 0 0,-13 16-594 0 0,-149 99 1 0 0,256-147-4266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4T15:31:06.105"/>
    </inkml:context>
    <inkml:brush xml:id="br0">
      <inkml:brushProperty name="width" value="0.2" units="cm"/>
      <inkml:brushProperty name="height" value="0.2" units="cm"/>
    </inkml:brush>
  </inkml:definitions>
  <inkml:trace contextRef="#ctx0" brushRef="#br0">1 860 5416 0 0,'865'-630'-502'0'0,"-789"573"492"0"0,153-114 74 0 0,-227 169-25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4T15:31:06.402"/>
    </inkml:context>
    <inkml:brush xml:id="br0">
      <inkml:brushProperty name="width" value="0.2" units="cm"/>
      <inkml:brushProperty name="height" value="0.2" units="cm"/>
    </inkml:brush>
  </inkml:definitions>
  <inkml:trace contextRef="#ctx0" brushRef="#br0">0 95 4312 0 0,'0'0'-143'0'0,"7"-6"25"0"0,-1 0 110 0 0,1 1 1 0 0,0 0 0 0 0,0 0 0 0 0,0 0 0 0 0,0 1 0 0 0,1 1 0 0 0,0-1 0 0 0,15-4 0 0 0,33-5 49 0 0,0 2 0 0 0,1 2 1 0 0,0 3-1 0 0,0 3 0 0 0,0 2 1 0 0,1 2-1 0 0,-1 3 0 0 0,111 23 1 0 0,-139-20 20 0 0,-1 1 0 0 0,0 2-1 0 0,46 23 1 0 0,-56-24-23 0 0,0 1 0 0 0,-1 2-1 0 0,0-1 1 0 0,-1 2 0 0 0,-1 0-1 0 0,20 21 1 0 0,-30-28-24 0 0,0 0-1 0 0,-1 0 0 0 0,0 1 1 0 0,0-1-1 0 0,0 1 0 0 0,0 0 1 0 0,-1 0-1 0 0,-1 0 0 0 0,1 1 1 0 0,-1-1-1 0 0,0 1 0 0 0,-1-1 1 0 0,2 15-1 0 0,-3-11-1 0 0,-1 0 1 0 0,0-1-1 0 0,0 1 1 0 0,-1-1 0 0 0,0 1-1 0 0,-1-1 1 0 0,0 0-1 0 0,-1 0 1 0 0,-7 15-1 0 0,-4 3 26 0 0,-2 0 0 0 0,0-2 1 0 0,-24 27-1 0 0,-65 66-216 0 0,70-80-302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4T15:31:06.863"/>
    </inkml:context>
    <inkml:brush xml:id="br0">
      <inkml:brushProperty name="width" value="0.2" units="cm"/>
      <inkml:brushProperty name="height" value="0.2" units="cm"/>
    </inkml:brush>
  </inkml:definitions>
  <inkml:trace contextRef="#ctx0" brushRef="#br0">1 422 6728 0 0,'0'0'-87'0'0,"6"-6"20"0"0,-4 4 65 0 0,0-2 2 0 0,1 1 0 0 0,0 0 1 0 0,0 0-1 0 0,0 1 0 0 0,1-1 1 0 0,-1 1-1 0 0,1-1 0 0 0,-1 1 1 0 0,1 0-1 0 0,0 0 0 0 0,0 1 1 0 0,0-1-1 0 0,0 1 0 0 0,0 0 1 0 0,0 0-1 0 0,5 0 0 0 0,0 0 5 0 0,0 2-1 0 0,0 0 1 0 0,0 0-1 0 0,0 0 1 0 0,0 1-1 0 0,-1 0 1 0 0,1 1-1 0 0,-1 0 1 0 0,1 0 0 0 0,-1 1-1 0 0,0 0 1 0 0,-1 1-1 0 0,1-1 1 0 0,11 11-1 0 0,6 7 21 0 0,-1 1 1 0 0,36 45-1 0 0,-39-42 7 0 0,1-2 1 0 0,31 28-1 0 0,-53-52-30 0 0,20 12 44 0 0,-13-15-25 0 0,-3-11-8 0 0,-3 1 0 0 0,-1 0 1 0 0,-1 0 0 0 0,0 0-1 0 0,-1 0 1 0 0,0 1 0 0 0,-7-20-1 0 0,-29-75 123 0 0,32 93-111 0 0,-57-126 337 0 0,-13-36 414 0 0,75 173-795 0 0,0 0-1 0 0,0 0 1 0 0,0 0-1 0 0,1 0 1 0 0,-1 0-1 0 0,1 0 1 0 0,-1 0-1 0 0,1 0 0 0 0,0-1 1 0 0,0 1-1 0 0,1 0 1 0 0,-1 0-1 0 0,1 0 1 0 0,-1 0-1 0 0,1 0 1 0 0,0-1-1 0 0,0 2 0 0 0,0-1 1 0 0,1 0-1 0 0,-1 0 1 0 0,1 0-1 0 0,-1 0 1 0 0,1 1-1 0 0,0-1 1 0 0,0 1-1 0 0,0-1 0 0 0,1 1 1 0 0,-1 0-1 0 0,5-3 1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4T15:31:07.394"/>
    </inkml:context>
    <inkml:brush xml:id="br0">
      <inkml:brushProperty name="width" value="0.2" units="cm"/>
      <inkml:brushProperty name="height" value="0.2" units="cm"/>
    </inkml:brush>
  </inkml:definitions>
  <inkml:trace contextRef="#ctx0" brushRef="#br0">0 388 7936 0 0,'0'0'12'0'0,"4"7"-38"0"0,12 19 63 0 0,-1 1 0 0 0,-2 0 0 0 0,0 0 0 0 0,-2 2 0 0 0,-1-1 0 0 0,-1 1 0 0 0,8 57 0 0 0,-16-78-6 0 0,-1-1-1 0 0,-1 0 0 0 0,1 0 0 0 0,-3 12 0 0 0,2-13 6 0 0,1-4 13 0 0,-3 1 9 0 0,3-2-56 0 0,0-1 1 0 0,-1 0 0 0 0,1 1-1 0 0,0-1 1 0 0,0 0-1 0 0,0 0 1 0 0,0 1-1 0 0,0-1 1 0 0,0 0-1 0 0,0 0 1 0 0,-1 0 0 0 0,1 1-1 0 0,0-1 1 0 0,0 0-1 0 0,0 0 1 0 0,0 0-1 0 0,-1 1 1 0 0,1-1-1 0 0,0 0 1 0 0,0 0-1 0 0,-1 0 1 0 0,1 0 0 0 0,0 1-1 0 0,0-1 1 0 0,-1 0-1 0 0,1 0 1 0 0,0 0-1 0 0,0 0 1 0 0,-1 0-1 0 0,1 0 1 0 0,0 0-1 0 0,0 0 1 0 0,-1 0 0 0 0,1 0-1 0 0,0 0 1 0 0,0 0-1 0 0,-1 0 1 0 0,1 0-1 0 0,0 0 1 0 0,-1 0-1 0 0,1 0 1 0 0,0 0 0 0 0,0-1-1 0 0,-1 1 1 0 0,1 0-1 0 0,0 0 1 0 0,-6-7 19 0 0,0-1 1 0 0,0 1-1 0 0,1-1 1 0 0,0 0-1 0 0,1-1 1 0 0,-1 1-1 0 0,2-1 0 0 0,-1 0 1 0 0,1 0-1 0 0,-2-10 1 0 0,-2-18 80 0 0,-5-44 1 0 0,12 75-92 0 0,-5-33 115 0 0,1 0 0 0 0,3 0 0 0 0,5-64 0 0 0,-4 101-113 0 0,0 0-1 0 0,0 0 1 0 0,1 0-1 0 0,-1-1 1 0 0,1 1-1 0 0,-1 0 1 0 0,1 0-1 0 0,0 0 1 0 0,0 0-1 0 0,0 0 1 0 0,0 0-1 0 0,0 0 1 0 0,0 0-1 0 0,1 0 1 0 0,-1 1-1 0 0,1-1 1 0 0,-1 0-1 0 0,3-1 1 0 0,-2 2-4 0 0,1 0 0 0 0,-1 1 0 0 0,0-1 0 0 0,0 1 0 0 0,0 0 0 0 0,0-1 1 0 0,0 1-1 0 0,1 0 0 0 0,-1 0 0 0 0,0 1 0 0 0,0-1 0 0 0,0 0 0 0 0,0 1 0 0 0,1-1 0 0 0,-1 1 1 0 0,0 0-1 0 0,0-1 0 0 0,0 1 0 0 0,3 2 0 0 0,8 3 9 0 0,0 1 0 0 0,0 1 0 0 0,0 0 0 0 0,-1 0-1 0 0,0 1 1 0 0,-1 1 0 0 0,0 0 0 0 0,12 14 0 0 0,-9-6-6 0 0,0 1 0 0 0,-1 1-1 0 0,-2 0 1 0 0,0 0 0 0 0,14 36 0 0 0,-25-56-13 0 0,0-1 0 0 0,0 1 0 0 0,0 0 0 0 0,0 0 0 0 0,0 0 0 0 0,0 0 0 0 0,0 0 0 0 0,1 0 0 0 0,-1-1 0 0 0,0 1 0 0 0,0 0 0 0 0,0 0 0 0 0,0 0 0 0 0,0 0 0 0 0,1 0 0 0 0,-1 0 0 0 0,0 0 0 0 0,0 0 0 0 0,0 0 0 0 0,0 0 0 0 0,1 0 0 0 0,-1-1 0 0 0,0 1 0 0 0,0 0 0 0 0,0 0 0 0 0,0 0 0 0 0,1 0 0 0 0,-1 0 0 0 0,0 0 0 0 0,0 1 0 0 0,0-1 0 0 0,0 0 0 0 0,1 0 0 0 0,-1 0 0 0 0,0 0 0 0 0,0 0 0 0 0,0 0 0 0 0,0 0 0 0 0,0 0 0 0 0,1 0 0 0 0,-1 0 0 0 0,0 0 0 0 0,0 1 0 0 0,0-1 0 0 0,0 0 0 0 0,0 0 0 0 0,0 0 0 0 0,1 0 0 0 0,-1 0 0 0 0,0 0 0 0 0,0 1 0 0 0,0-1 0 0 0,0 0 0 0 0,0 0 0 0 0,0 0 0 0 0,0 0 0 0 0,0 1 0 0 0,0-1 0 0 0,0 0 0 0 0,0 0 0 0 0,0 0 0 0 0,0 1 0 0 0,4-16 0 0 0,-4 13 0 0 0,16-88 1 0 0,16-77 1 0 0,-23 131 13 0 0,1 1-1 0 0,24-54 0 0 0,-31 82-6 0 0,0 0-1 0 0,0 0 1 0 0,1 0-1 0 0,0 1 1 0 0,1 0-1 0 0,8-10 1 0 0,-12 15-5 0 0,1-1 0 0 0,-1 1 0 0 0,1 0 0 0 0,0 0 0 0 0,0 0 0 0 0,0 0 0 0 0,-1 0 0 0 0,1 0 0 0 0,0 1 0 0 0,0-1 0 0 0,0 1 0 0 0,0-1 0 0 0,0 1 0 0 0,0 0-1 0 0,0 0 1 0 0,0 0 0 0 0,1 0 0 0 0,-1 0 0 0 0,0 0 0 0 0,0 0 0 0 0,0 1 0 0 0,0-1 0 0 0,0 1 0 0 0,0-1 0 0 0,0 1 0 0 0,-1 0 0 0 0,1 0 0 0 0,2 1 0 0 0,12 8 13 0 0,-1 0 0 0 0,0 1 0 0 0,-1 0 0 0 0,0 1 0 0 0,-1 1 0 0 0,-1 0 0 0 0,0 1 0 0 0,0 0 0 0 0,-2 0 0 0 0,11 18 0 0 0,8 19-731 0 0,33 76 1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4T15:31:08.343"/>
    </inkml:context>
    <inkml:brush xml:id="br0">
      <inkml:brushProperty name="width" value="0.2" units="cm"/>
      <inkml:brushProperty name="height" value="0.2" units="cm"/>
    </inkml:brush>
  </inkml:definitions>
  <inkml:trace contextRef="#ctx0" brushRef="#br0">247 337 6928 0 0,'0'0'398'0'0,"-1"6"-230"0"0,1 1-139 0 0,-1 0-1 0 0,1 0 1 0 0,0 0 0 0 0,1 0-1 0 0,0 0 1 0 0,0 0-1 0 0,4 11 1 0 0,21 53 69 0 0,-9-27-34 0 0,16 43 39 0 0,72 137 1 0 0,-87-191-91 0 0,-4-9 0 0 0,-2 1 1 0 0,14 35-1 0 0,-24-51 2 0 0,-6-8-4 0 0,-10-12 2 0 0,9 6-13 0 0,-52-44 67 0 0,3-4 1 0 0,2-1 0 0 0,3-3-1 0 0,2-2 1 0 0,2-2-1 0 0,-64-119 1 0 0,97 159 19 0 0,1-1 0 0 0,1-1-1 0 0,1 1 1 0 0,1-1 0 0 0,-8-44 0 0 0,14 57-60 0 0,2 1 1 0 0,-1-1 0 0 0,1 1-1 0 0,0-1 1 0 0,1 1 0 0 0,0-1 0 0 0,1 1-1 0 0,-1 0 1 0 0,2-1 0 0 0,0 1-1 0 0,0 0 1 0 0,0 0 0 0 0,1 1-1 0 0,0-1 1 0 0,1 1 0 0 0,0 0-1 0 0,0 0 1 0 0,7-7 0 0 0,-3 6-12 0 0,0 0 1 0 0,1 0 0 0 0,0 1 0 0 0,1 1 0 0 0,-1 0-1 0 0,1 0 1 0 0,1 1 0 0 0,-1 0 0 0 0,1 1-1 0 0,0 0 1 0 0,24-5 0 0 0,-18 5-7 0 0,1 2-1 0 0,0 0 1 0 0,0 1-1 0 0,0 1 1 0 0,1 0-1 0 0,-1 2 1 0 0,27 4-1 0 0,-33-3-6 0 0,1 1-1 0 0,-1 1 1 0 0,0 0 0 0 0,-1 1-1 0 0,1 0 1 0 0,-1 1-1 0 0,0 0 1 0 0,0 1 0 0 0,-1 1-1 0 0,17 13 1 0 0,-22-16-12 0 0,-1 0 0 0 0,0 0 1 0 0,0 1-1 0 0,0 0 0 0 0,-1 0 0 0 0,1 0 1 0 0,-2 0-1 0 0,1 1 0 0 0,-1-1 0 0 0,0 1 1 0 0,0 0-1 0 0,-1 0 0 0 0,0 0 0 0 0,0 0 0 0 0,0 1 1 0 0,-1-1-1 0 0,0 0 0 0 0,-1 1 0 0 0,0-1 1 0 0,0 1-1 0 0,-1 7 0 0 0,-3 3-37 0 0,0 0-1 0 0,-1-1 1 0 0,-1 0 0 0 0,0 1-1 0 0,-1-2 1 0 0,-1 1 0 0 0,-1-1-1 0 0,-1-1 1 0 0,-14 21 0 0 0,-4-1-621 0 0,-1-2 1 0 0,-51 46-1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4T15:31:08.999"/>
    </inkml:context>
    <inkml:brush xml:id="br0">
      <inkml:brushProperty name="width" value="0.2" units="cm"/>
      <inkml:brushProperty name="height" value="0.2" units="cm"/>
    </inkml:brush>
  </inkml:definitions>
  <inkml:trace contextRef="#ctx0" brushRef="#br0">0 603 7024 0 0,'0'0'-71'0'0,"7"-4"-585"0"0,11-8 534 0 0,0-1 0 0 0,-1-1 0 0 0,0 0-1 0 0,-1-2 1 0 0,-1 0 0 0 0,-1 0 0 0 0,0-1 0 0 0,-1-1 0 0 0,0-1-1 0 0,15-31 1 0 0,-26 45 134 0 0,1-1 0 0 0,-1 0 0 0 0,0 0-1 0 0,-1 0 1 0 0,0 0 0 0 0,0 0 0 0 0,0 0 0 0 0,0 0-1 0 0,-1-1 1 0 0,0 1 0 0 0,-1 0 0 0 0,1 0-1 0 0,-1 0 1 0 0,0-1 0 0 0,-1 1 0 0 0,1 0 0 0 0,-1 0-1 0 0,0 1 1 0 0,-1-1 0 0 0,1 0 0 0 0,-1 1 0 0 0,0-1-1 0 0,-1 1 1 0 0,1 0 0 0 0,-1 0 0 0 0,0 0 0 0 0,-1 1-1 0 0,1 0 1 0 0,-1-1 0 0 0,1 1 0 0 0,-12-6 0 0 0,15 9 22 0 0,0 1 0 0 0,0 0 0 0 0,0-1 1 0 0,0 1-1 0 0,0 0 0 0 0,0 0 0 0 0,0-1 1 0 0,0 1-1 0 0,0 0 0 0 0,0 0 1 0 0,0 0-1 0 0,0 0 0 0 0,0 0 0 0 0,0 1 1 0 0,0-1-1 0 0,0 0 0 0 0,0 0 1 0 0,0 1-1 0 0,0-1 0 0 0,0 0 0 0 0,0 1 1 0 0,0-1-1 0 0,0 1 0 0 0,0 0 1 0 0,1-1-1 0 0,-1 1 0 0 0,0 0 0 0 0,0-1 1 0 0,0 1-1 0 0,1 0 0 0 0,-1 0 1 0 0,-1 1-1 0 0,-1 2 17 0 0,0 1 0 0 0,0-1 0 0 0,1 1 1 0 0,-1 0-1 0 0,-2 7 0 0 0,-1 9 44 0 0,0 0 1 0 0,1 0-1 0 0,1 0 0 0 0,1 0 1 0 0,1 1-1 0 0,1 43 0 0 0,2-47-54 0 0,1 0-1 0 0,0 0 1 0 0,1 0-1 0 0,2 0 1 0 0,-1-1 0 0 0,2 1-1 0 0,0-1 1 0 0,16 29-1 0 0,-18-40-30 0 0,-1 0-1 0 0,1-1 1 0 0,0 1-1 0 0,0-1 1 0 0,0 0-1 0 0,1-1 1 0 0,0 1-1 0 0,0-1 1 0 0,0 0-1 0 0,7 4 1 0 0,-9-6-7 0 0,1 0-1 0 0,-1-1 1 0 0,1 0 0 0 0,-1 1 0 0 0,1-1-1 0 0,0-1 1 0 0,0 1 0 0 0,0 0 0 0 0,-1-1 0 0 0,1 0-1 0 0,0 0 1 0 0,0 0 0 0 0,0 0 0 0 0,0-1-1 0 0,-1 0 1 0 0,1 1 0 0 0,0-1 0 0 0,6-3-1 0 0,3-2 1 0 0,0 0 1 0 0,-1-1-1 0 0,1 0 0 0 0,-2-1 0 0 0,1 0 0 0 0,-1-1 0 0 0,-1 0 0 0 0,1-1 0 0 0,-2 0 0 0 0,1 0 0 0 0,-1-1 0 0 0,-1-1 0 0 0,0 1 0 0 0,-1-1 0 0 0,9-18 0 0 0,-11 19 4 0 0,-1 0 1 0 0,0 0-1 0 0,0-1 0 0 0,-1 1 1 0 0,-1-1-1 0 0,0 1 0 0 0,0-1 1 0 0,-1 0-1 0 0,-1 0 0 0 0,0 0 1 0 0,0 1-1 0 0,-1-1 0 0 0,-1 0 1 0 0,0 0-1 0 0,-1 1 0 0 0,0-1 1 0 0,0 1-1 0 0,-11-21 0 0 0,6 17 67 0 0,-1 0-1 0 0,-1 0 0 0 0,0 1 1 0 0,-23-25-1 0 0,31 38-53 0 0,1 0 0 0 0,0-1 0 0 0,0 1 0 0 0,0 0 0 0 0,0-1 0 0 0,1 1 0 0 0,-1-1 0 0 0,0 1 0 0 0,0-1 0 0 0,1 1 0 0 0,-1-1 0 0 0,1 1 0 0 0,0-1 0 0 0,-1 0 0 0 0,1 1 0 0 0,0-1 0 0 0,0 0 0 0 0,0 1 0 0 0,0-1 0 0 0,0 0 0 0 0,0 1 0 0 0,1-1 0 0 0,-1 0 0 0 0,0 1 0 0 0,1-1 0 0 0,-1 1 0 0 0,1-1 0 0 0,0 1 0 0 0,1-3 0 0 0,2-3 1 0 0,0 1-1 0 0,1 0 0 0 0,-1 0 1 0 0,11-10-1 0 0,-10 11 15 0 0,5-5-12 0 0,0 1 0 0 0,0 0-1 0 0,1 1 1 0 0,0 0 0 0 0,0 0-1 0 0,1 1 1 0 0,0 1 0 0 0,1 0-1 0 0,-1 1 1 0 0,1 0 0 0 0,0 1-1 0 0,0 0 1 0 0,14-1 0 0 0,-18 3-19 0 0,-1 1 0 0 0,1 1 0 0 0,-1 0 0 0 0,1 0 0 0 0,-1 1 0 0 0,1 0 0 0 0,-1 0 0 0 0,0 1 0 0 0,0 0 0 0 0,1 0 0 0 0,-1 1 0 0 0,0 0 0 0 0,-1 1 0 0 0,1-1 1 0 0,-1 2-1 0 0,1-1 0 0 0,-1 1 0 0 0,-1 0 0 0 0,1 0 0 0 0,-1 1 0 0 0,0 0 0 0 0,6 7 0 0 0,-3-1-13 0 0,0 0-1 0 0,0 1 1 0 0,-2 0 0 0 0,1 1 0 0 0,6 19-1 0 0,21 75 196 0 0,-29-84-376 0 0,1 0 0 0 0,1-1 0 0 0,1 1 0 0 0,0-2 0 0 0,2 1 0 0 0,15 20 0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4T15:31:09.433"/>
    </inkml:context>
    <inkml:brush xml:id="br0">
      <inkml:brushProperty name="width" value="0.2" units="cm"/>
      <inkml:brushProperty name="height" value="0.2" units="cm"/>
    </inkml:brush>
  </inkml:definitions>
  <inkml:trace contextRef="#ctx0" brushRef="#br0">259 21 7432 0 0,'-6'-2'9'0'0,"-55"-15"196"0"0,59 16-151 0 0,-2 1-51 0 0,-1 1 1 0 0,1 0 0 0 0,0 0-1 0 0,0 0 1 0 0,-1 0-1 0 0,1 1 1 0 0,0-1-1 0 0,0 1 1 0 0,0 0 0 0 0,1 1-1 0 0,-1-1 1 0 0,0 1-1 0 0,1-1 1 0 0,0 1 0 0 0,0 0-1 0 0,-5 5 1 0 0,-3 5 9 0 0,0 1 0 0 0,-15 24 0 0 0,15-19-15 0 0,1 0 0 0 0,1 0 0 0 0,1 1 0 0 0,0 0 0 0 0,2 1 1 0 0,-5 22-1 0 0,8-29-1 0 0,1 0 1 0 0,0 0 0 0 0,1 1 0 0 0,1-1-1 0 0,0 1 1 0 0,1-1 0 0 0,0 1-1 0 0,1-1 1 0 0,8 28 0 0 0,-8-36-3 0 0,1-1 0 0 0,0 1 0 0 0,0-1 0 0 0,0 0 0 0 0,1 0 0 0 0,-1 0 0 0 0,1 0 1 0 0,0 0-1 0 0,1-1 0 0 0,-1 0 0 0 0,1 0 0 0 0,0 0 0 0 0,0-1 0 0 0,0 1 0 0 0,0-1 0 0 0,1 0 0 0 0,0-1 1 0 0,-1 1-1 0 0,1-1 0 0 0,0 0 0 0 0,7 1 0 0 0,4 1-12 0 0,1-2 0 0 0,0 1-1 0 0,-1-2 1 0 0,1 0 0 0 0,0-2 0 0 0,18-1 0 0 0,2-5-33 0 0,0 0 0 0 0,52-19 1 0 0,-61 16 1 0 0,1 2 0 0 0,0 1 0 0 0,1 1 0 0 0,52-4-1 0 0,-76 10 25 0 0,0 1-1 0 0,0-1 0 0 0,0 1 0 0 0,12 3 0 0 0,-17-3 18 0 0,-1-1-1 0 0,1 1 1 0 0,-1-1 0 0 0,1 1 0 0 0,-1-1-1 0 0,1 1 1 0 0,-1 0 0 0 0,1 0 0 0 0,-1 0-1 0 0,0 0 1 0 0,1 0 0 0 0,-1 0 0 0 0,0 0 0 0 0,0 0-1 0 0,0 0 1 0 0,0 0 0 0 0,0 1 0 0 0,0-1-1 0 0,0 0 1 0 0,0 1 0 0 0,-1-1 0 0 0,1 1-1 0 0,0-1 1 0 0,-1 1 0 0 0,1-1 0 0 0,-1 3-1 0 0,0 0-2 0 0,0 0 0 0 0,0-1 0 0 0,-1 1 0 0 0,1 0-1 0 0,-1 0 1 0 0,0-1 0 0 0,0 1 0 0 0,-1-1 0 0 0,1 1 0 0 0,-3 3-1 0 0,-22 35-54 0 0,19-32 46 0 0,-15 23-14 0 0,-2-2-1 0 0,-2-1 0 0 0,0-1 0 0 0,-2-1 0 0 0,-1-1 0 0 0,-1-2 1 0 0,-2-1-1 0 0,0-1 0 0 0,-1-2 0 0 0,-1-1 0 0 0,-1-2 0 0 0,-55 21 0 0 0,31-20-768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4T15:31:09.823"/>
    </inkml:context>
    <inkml:brush xml:id="br0">
      <inkml:brushProperty name="width" value="0.2" units="cm"/>
      <inkml:brushProperty name="height" value="0.2" units="cm"/>
    </inkml:brush>
  </inkml:definitions>
  <inkml:trace contextRef="#ctx0" brushRef="#br0">134 447 6928 0 0,'0'0'34'0'0,"9"0"-6"0"0,-3 0-26 0 0,0-1 0 0 0,0 0 0 0 0,-1 0 0 0 0,1 0-1 0 0,-1-1 1 0 0,1 0 0 0 0,-1 0 0 0 0,1 0-1 0 0,-1-1 1 0 0,0 1 0 0 0,0-1 0 0 0,6-5 0 0 0,-1 0 3 0 0,0-1 0 0 0,0 1 1 0 0,-1-2-1 0 0,0 0 1 0 0,10-15-1 0 0,-9 10 0 0 0,0 0-1 0 0,-1-1 1 0 0,0-1 0 0 0,-2 1-1 0 0,0-1 1 0 0,-1-1 0 0 0,0 1-1 0 0,4-33 1 0 0,-9 42-5 0 0,0 1 0 0 0,-1-1 0 0 0,0 1 0 0 0,0-1 0 0 0,-1 1 0 0 0,0 0 0 0 0,-1-1 0 0 0,1 1 0 0 0,-1 0 0 0 0,-1 0 0 0 0,1-1 0 0 0,-1 2-1 0 0,-6-11 1 0 0,6 12 1 0 0,0 1-1 0 0,0 0 0 0 0,-1 0 0 0 0,1 0 0 0 0,-1 1 0 0 0,0-1 0 0 0,0 1 0 0 0,0 0 0 0 0,-1 0 0 0 0,1 0 0 0 0,-1 1 0 0 0,1 0 0 0 0,-1 0 1 0 0,0 0-1 0 0,0 0 0 0 0,0 1 0 0 0,0-1 0 0 0,0 1 0 0 0,0 0 0 0 0,-6 1 0 0 0,6-1 3 0 0,-1 1-1 0 0,1 1 1 0 0,0-1-1 0 0,-1 1 1 0 0,1 0-1 0 0,0 0 1 0 0,-1 1-1 0 0,1-1 1 0 0,0 1-1 0 0,0 0 1 0 0,-6 4-1 0 0,3-1 6 0 0,-1 1-1 0 0,1 0 1 0 0,1 0 0 0 0,-1 0 0 0 0,-11 14-1 0 0,7-6 13 0 0,1 1 0 0 0,1 1 0 0 0,0 0-1 0 0,1 0 1 0 0,-14 35 0 0 0,14-27 10 0 0,1 0 0 0 0,2 1 0 0 0,0 0 0 0 0,2 1 0 0 0,1-1 0 0 0,1 1 1 0 0,1 0-1 0 0,1-1 0 0 0,1 1 0 0 0,2 0 0 0 0,6 28 0 0 0,-8-48-19 0 0,1 0-1 0 0,0 0 0 0 0,1-1 1 0 0,-1 1-1 0 0,1-1 1 0 0,0 0-1 0 0,0 0 1 0 0,1 0-1 0 0,-1 0 0 0 0,1 0 1 0 0,0-1-1 0 0,0 0 1 0 0,7 6-1 0 0,-4-5 4 0 0,0-1 0 0 0,0 0-1 0 0,1 0 1 0 0,-1-1 0 0 0,1 0-1 0 0,-1 0 1 0 0,1 0 0 0 0,15 2 0 0 0,-1-3 7 0 0,0 0 1 0 0,-1-1 0 0 0,1-2-1 0 0,0 0 1 0 0,-1-1 0 0 0,34-8-1 0 0,-25 2 19 0 0,-1-1 0 0 0,-1-2-1 0 0,38-18 1 0 0,57-40-1109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4T15:31:10.964"/>
    </inkml:context>
    <inkml:brush xml:id="br0">
      <inkml:brushProperty name="width" value="0.2" units="cm"/>
      <inkml:brushProperty name="height" value="0.2" units="cm"/>
    </inkml:brush>
  </inkml:definitions>
  <inkml:trace contextRef="#ctx0" brushRef="#br0">192 1445 6016 0 0,'-6'-1'7'0'0,"1"-1"1"0"0,0 1 0 0 0,0 0-1 0 0,-1 1 1 0 0,1 0-1 0 0,0-1 1 0 0,-1 2 0 0 0,1-1-1 0 0,-6 1 1 0 0,8 0 6 0 0,0 0 0 0 0,-1 1 1 0 0,1-1-1 0 0,0 1 1 0 0,0-1-1 0 0,0 1 0 0 0,1 0 1 0 0,-1 0-1 0 0,0 0 0 0 0,1 1 1 0 0,-1-1-1 0 0,1 1 0 0 0,0-1 1 0 0,0 1-1 0 0,0 0 0 0 0,-3 5 1 0 0,-8 13 28 0 0,2 1-1 0 0,0 0 1 0 0,2 0 0 0 0,0 1-1 0 0,1 1 1 0 0,2-1 0 0 0,0 1 0 0 0,2 0-1 0 0,0 0 1 0 0,2 1 0 0 0,1-1 0 0 0,1 1-1 0 0,0-1 1 0 0,2 1 0 0 0,1-1 0 0 0,1 0-1 0 0,1 0 1 0 0,9 26 0 0 0,-11-43-25 0 0,0 0 1 0 0,0 0-1 0 0,0-1 0 0 0,1 1 1 0 0,-1-1-1 0 0,2 1 1 0 0,-1-1-1 0 0,1-1 1 0 0,0 1-1 0 0,7 6 0 0 0,-8-9-6 0 0,0 0 0 0 0,1 0 0 0 0,-1 0 0 0 0,1-1 0 0 0,0 1-1 0 0,0-1 1 0 0,0-1 0 0 0,0 1 0 0 0,0 0 0 0 0,1-1 0 0 0,-1 0-1 0 0,0-1 1 0 0,0 1 0 0 0,1-1 0 0 0,7 0 0 0 0,13-3 3 0 0,0 0 0 0 0,0-2 0 0 0,-1 0 1 0 0,0-2-1 0 0,0-1 0 0 0,0-1 0 0 0,-1-1 1 0 0,0-1-1 0 0,-1-2 0 0 0,27-18 0 0 0,-21 11-36 0 0,0-2 0 0 0,-2-1-1 0 0,-1-1 1 0 0,0-1 0 0 0,-2-2 0 0 0,-1 0-1 0 0,20-32 1 0 0,-34 45-12 0 0,0 0 0 0 0,-1-1 1 0 0,-1 0-1 0 0,-1 0 0 0 0,0-1 0 0 0,-1 1 0 0 0,0-1 1 0 0,-1-1-1 0 0,-1 1 0 0 0,2-28 0 0 0,-5 34 7 0 0,0-1 1 0 0,-1 1-1 0 0,0-1 0 0 0,-1 1 0 0 0,0 0 1 0 0,0 0-1 0 0,-1 0 0 0 0,-1 0 0 0 0,1 0 0 0 0,-2 0 1 0 0,1 1-1 0 0,-1 0 0 0 0,-1 0 0 0 0,0 0 1 0 0,0 1-1 0 0,0 0 0 0 0,-1 0 0 0 0,-8-7 0 0 0,10 10 17 0 0,-1 0 0 0 0,0 1 0 0 0,0 0-1 0 0,0 0 1 0 0,0 0 0 0 0,-1 1-1 0 0,1 0 1 0 0,-1 0 0 0 0,0 1-1 0 0,0-1 1 0 0,0 2 0 0 0,0-1 0 0 0,-10 0-1 0 0,11 1 14 0 0,1 1 1 0 0,-1 0-1 0 0,1 1 0 0 0,-1-1 0 0 0,1 1 0 0 0,0 0 0 0 0,-1 1 0 0 0,1-1 0 0 0,0 1 0 0 0,0 0 1 0 0,0 1-1 0 0,0-1 0 0 0,0 1 0 0 0,0 0 0 0 0,1 0 0 0 0,-1 0 0 0 0,1 1 0 0 0,-6 5 0 0 0,-2 5 33 0 0,1 0-1 0 0,0 1 1 0 0,1 1-1 0 0,1 0 0 0 0,0 0 1 0 0,1 1-1 0 0,1 0 1 0 0,1 1-1 0 0,0-1 0 0 0,1 1 1 0 0,1 0-1 0 0,1 1 0 0 0,-1 20 1 0 0,3-32-17 0 0,1 0 1 0 0,0 1 0 0 0,0-1-1 0 0,1 0 1 0 0,0 0 0 0 0,0 0-1 0 0,0 0 1 0 0,1 1 0 0 0,1-2-1 0 0,-1 1 1 0 0,1 0 0 0 0,0-1-1 0 0,8 13 1 0 0,-10-18-18 0 0,0 1 0 0 0,1-1 0 0 0,-1 0 0 0 0,0 0 0 0 0,1-1 0 0 0,-1 1 0 0 0,1 0 0 0 0,-1 0 0 0 0,1-1 0 0 0,0 1 0 0 0,-1-1-1 0 0,1 1 1 0 0,-1-1 0 0 0,1 0 0 0 0,0 0 0 0 0,-1 0 0 0 0,1 1 0 0 0,0-2 0 0 0,0 1 0 0 0,-1 0 0 0 0,1 0 0 0 0,-1 0 0 0 0,1-1 0 0 0,0 1 0 0 0,-1-1 0 0 0,1 1 0 0 0,-1-1 0 0 0,1 0 0 0 0,-1 0 0 0 0,2-1-1 0 0,6-3-1 0 0,0 0 0 0 0,-1-1 0 0 0,13-11 0 0 0,-20 16 0 0 0,29-28 1 0 0,-2-1-1 0 0,-1-2 1 0 0,37-54-1 0 0,16-20 8 0 0,-75 99-6 0 0,1 0 0 0 0,0 1 1 0 0,0 0-1 0 0,1 1 0 0 0,0-1 1 0 0,0 1-1 0 0,0 1 0 0 0,10-6 1 0 0,-12 8-1 0 0,-1 0-1 0 0,0 1 1 0 0,1 0 0 0 0,-1 0 0 0 0,0 0 0 0 0,1 0 0 0 0,-1 1 0 0 0,1 0-1 0 0,-1 0 1 0 0,1 0 0 0 0,0 0 0 0 0,-1 1 0 0 0,1-1 0 0 0,-1 1 0 0 0,0 0-1 0 0,1 1 1 0 0,7 3 0 0 0,-4-1 3 0 0,1 0 0 0 0,-1 1 0 0 0,0 0 0 0 0,-1 1-1 0 0,1 0 1 0 0,-1 0 0 0 0,0 1 0 0 0,-1 0 0 0 0,1 0 0 0 0,9 15 0 0 0,-7-8 11 0 0,-2 0 0 0 0,1 0 0 0 0,-2 0 0 0 0,0 1 0 0 0,7 28 0 0 0,-11-35 76 0 0,-1-8-37 0 0,-4-18-6 0 0,0 0 0 0 0,1 7-24 0 0,-6-41 113 0 0,-2-58 0 0 0,9 94-74 0 0,1 0 0 0 0,1 0 0 0 0,1 0 0 0 0,0 0 0 0 0,1 0-1 0 0,1 1 1 0 0,0-1 0 0 0,9-19 0 0 0,-13 34-50 0 0,1 0 1 0 0,0 0-1 0 0,-1 0 1 0 0,1 0-1 0 0,-1 0 0 0 0,1 1 1 0 0,0-1-1 0 0,0 0 1 0 0,0 0-1 0 0,-1 0 0 0 0,1 1 1 0 0,0-1-1 0 0,0 0 1 0 0,0 1-1 0 0,0-1 0 0 0,0 1 1 0 0,0-1-1 0 0,0 1 1 0 0,0 0-1 0 0,0-1 0 0 0,1 1 1 0 0,-1 0-1 0 0,0 0 0 0 0,0-1 1 0 0,0 1-1 0 0,0 0 1 0 0,0 0-1 0 0,1 1 0 0 0,-1-1 1 0 0,0 0-1 0 0,0 0 1 0 0,0 0-1 0 0,0 1 0 0 0,0-1 1 0 0,0 0-1 0 0,1 1 1 0 0,5 2 3 0 0,0 1 1 0 0,0-1 0 0 0,0 1 0 0 0,7 6 0 0 0,-7-5 22 0 0,29 20 37 0 0,-10-7-21 0 0,1-1 1 0 0,38 18-1 0 0,-55-31-49 0 0,-1 0 0 0 0,1 0 1 0 0,0-1-1 0 0,0-1 0 0 0,0 0 0 0 0,0 0 1 0 0,1-1-1 0 0,-1 0 0 0 0,0-1 1 0 0,0 0-1 0 0,16-3 0 0 0,-7-1 2 0 0,0-1 0 0 0,0-1-1 0 0,-1-1 1 0 0,1 0 0 0 0,-1-2 0 0 0,-1 0 0 0 0,0-1 0 0 0,18-13-1 0 0,-11 5 7 0 0,0-1-1 0 0,-1-2 1 0 0,-1 0-1 0 0,31-38 1 0 0,-42 44-7 0 0,0-1 0 0 0,-1 0 0 0 0,-1-1-1 0 0,0 0 1 0 0,-1-1 0 0 0,-1 0 0 0 0,-1 0 0 0 0,-1 0 0 0 0,0-1 0 0 0,-1 0-1 0 0,-1 0 1 0 0,-1 0 0 0 0,0-29 0 0 0,-2 33 5 0 0,-1 1-1 0 0,-1-1 1 0 0,0 1-1 0 0,-1-1 1 0 0,0 1-1 0 0,-2 0 1 0 0,1 0-1 0 0,-2 0 1 0 0,1 1 0 0 0,-2 0-1 0 0,0 0 1 0 0,-1 0-1 0 0,0 1 1 0 0,0 0-1 0 0,-1 1 1 0 0,-1 0 0 0 0,0 0-1 0 0,-13-9 1 0 0,18 15-2 0 0,0 1 0 0 0,0 0 0 0 0,0 1 1 0 0,-1 0-1 0 0,0-1 0 0 0,-6-1 0 0 0,10 4-8 0 0,0 1 1 0 0,0-1-1 0 0,0 1 0 0 0,0 0 0 0 0,0-1 0 0 0,0 1 0 0 0,0 0 0 0 0,0 0 1 0 0,0 0-1 0 0,0 1 0 0 0,0-1 0 0 0,0 0 0 0 0,0 1 0 0 0,0 0 0 0 0,0-1 1 0 0,0 1-1 0 0,0 0 0 0 0,1 0 0 0 0,-1 0 0 0 0,0 0 0 0 0,0 0 0 0 0,1 0 1 0 0,-3 2-1 0 0,-4 5 10 0 0,0 0 0 0 0,1 1 0 0 0,0-1 0 0 0,0 1 0 0 0,1 1 0 0 0,0-1 0 0 0,1 1 1 0 0,-7 17-1 0 0,0 5 25 0 0,-12 50 0 0 0,13-34 2 0 0,-9 94 0 0 0,18-110-35 0 0,2 1 0 0 0,0-1 1 0 0,11 62-1 0 0,-11-93-7 0 0,1 6 1 0 0,0 0 0 0 0,1-1 0 0 0,0 1 0 0 0,0-1 0 0 0,5 11 0 0 0,-7-16-1 0 0,1 0 0 0 0,0 1 0 0 0,0-1 0 0 0,0 0 0 0 0,0 1 0 0 0,1-1 0 0 0,-1 0 0 0 0,0 0 0 0 0,0 0 0 0 0,1 0 0 0 0,-1 0 0 0 0,1-1 0 0 0,-1 1 0 0 0,1 0 0 0 0,-1-1 0 0 0,1 1 0 0 0,-1-1 0 0 0,1 1-1 0 0,-1-1 1 0 0,1 0 0 0 0,0 1 0 0 0,-1-1 0 0 0,1 0 0 0 0,0 0 0 0 0,-1 0 0 0 0,1 0 0 0 0,2-1 0 0 0,4-1 0 0 0,1 0-1 0 0,-1-1 0 0 0,0 0 0 0 0,0 0 0 0 0,0-1 1 0 0,-1 0-1 0 0,1 0 0 0 0,-1-1 0 0 0,0 0 0 0 0,0 0 1 0 0,-1 0-1 0 0,1-1 0 0 0,6-8 0 0 0,3-5-2 0 0,-1 0 0 0 0,0-1 1 0 0,18-33-1 0 0,-21 31 1 0 0,-1-2 0 0 0,-1 1 0 0 0,-1-1 0 0 0,-1-1 0 0 0,-1 0 0 0 0,7-47 0 0 0,-11 36 1 0 0,-1 1 0 0 0,-1-1 0 0 0,-2 0 0 0 0,-8-48 1 0 0,-5 11 16 0 0,-4 1 0 0 0,-3 1 1 0 0,-2 0-1 0 0,-39-77 1 0 0,45 111 70 0 0,-32-49 0 0 0,44 79-22 0 0,3 8-19 0 0,5 19 24 0 0,-2-14-55 0 0,126 437 440 0 0,-110-389-416 0 0,238 679-1386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4T15:31:11.367"/>
    </inkml:context>
    <inkml:brush xml:id="br0">
      <inkml:brushProperty name="width" value="0.2" units="cm"/>
      <inkml:brushProperty name="height" value="0.2" units="cm"/>
    </inkml:brush>
  </inkml:definitions>
  <inkml:trace contextRef="#ctx0" brushRef="#br0">78 2792 8840 0 0,'-68'11'37'0'0,"68"-11"-36"0"0,0 0 0 0 0,0 0 1 0 0,0 0-1 0 0,-1 1 0 0 0,1-1 0 0 0,0 0 0 0 0,-1 0 0 0 0,1 0 1 0 0,0 0-1 0 0,0 0 0 0 0,-1 0 0 0 0,1 0 0 0 0,0 0 0 0 0,0 0 1 0 0,-1 0-1 0 0,1 0 0 0 0,0 0 0 0 0,0 0 0 0 0,-1 0 0 0 0,1 0 1 0 0,0 0-1 0 0,-1 0 0 0 0,1 0 0 0 0,0 0 0 0 0,0 0 0 0 0,-1-1 1 0 0,1 1-1 0 0,0 0 0 0 0,0 0 0 0 0,0 0 0 0 0,-1 0 0 0 0,1-1 1 0 0,0 1-1 0 0,0 0 0 0 0,0 0 0 0 0,-1 0 0 0 0,1-1 0 0 0,0 1 1 0 0,0 0-1 0 0,0 0 0 0 0,0-1 0 0 0,0 1 0 0 0,-1 0 0 0 0,1-1 1 0 0,11-13 37 0 0,8-5-30 0 0,1 0 0 0 0,1 2 0 0 0,35-23 0 0 0,-50 35-8 0 0,534-370 47 0 0,-283 201-17 0 0,53-22 21 0 0,1143-641 387 0 0,-862 512-157 0 0,21-11 74 0 0,76-31 223 0 0,-538 296-263 0 0,-150 71-314 0 0,0 0 0 0 0,1-1 1 0 0,-1 1-1 0 0,0 0 0 0 0,1-1 0 0 0,-1 1 0 0 0,1 0 1 0 0,-1 0-1 0 0,0 0 0 0 0,1-1 0 0 0,-1 1 0 0 0,1 0 1 0 0,-1 0-1 0 0,0 0 0 0 0,1 0 0 0 0,-1 0 0 0 0,1 0 1 0 0,-1 0-1 0 0,1 0 0 0 0,-1 0 0 0 0,1 0 0 0 0,-1 0 1 0 0,0 0-1 0 0,1 0 0 0 0,-1 0 0 0 0,1 0 0 0 0,0 1 1 0 0,-15 13 34 0 0,4-6-205 0 0,-1-1 1 0 0,1-1 0 0 0,-1 0-1 0 0,-1-1 1 0 0,1 0 0 0 0,-1 0-1 0 0,-21 4 1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4T15:33:59.173"/>
    </inkml:context>
    <inkml:brush xml:id="br0">
      <inkml:brushProperty name="width" value="0.2" units="cm"/>
      <inkml:brushProperty name="height" value="0.2" units="cm"/>
    </inkml:brush>
  </inkml:definitions>
  <inkml:trace contextRef="#ctx0" brushRef="#br0">1 331 2504 0 0,'0'0'40'0'0,"6"-7"-21"0"0,6-7-6 0 0,0 1 1 0 0,1 0 0 0 0,1 1 0 0 0,16-11 0 0 0,-15 14-3 0 0,1 1 0 0 0,0 0 0 0 0,1 1 0 0 0,-1 1 0 0 0,2 0 0 0 0,-1 1-1 0 0,29-3 1 0 0,11 1 41 0 0,61 2 0 0 0,-63 4-18 0 0,436 8 262 0 0,119-6-132 0 0,-247-45-95 0 0,-2-22 62 0 0,-324 59-112 0 0,397-50 533 0 0,-415 56-288 0 0,1-1 1 0 0,26-7-1 0 0,-45 9-237 0 0,-1 0-1 0 0,1 0 0 0 0,0 0 1 0 0,0 0-1 0 0,-1 0 1 0 0,1 0-1 0 0,0 0 0 0 0,-1 0 1 0 0,1 0-1 0 0,0 0 1 0 0,0 1-1 0 0,-1-1 0 0 0,1 0 1 0 0,-1 0-1 0 0,1 1 1 0 0,0-1-1 0 0,-1 0 0 0 0,1 1 1 0 0,0-1-1 0 0,-1 1 1 0 0,1-1-1 0 0,-1 1 0 0 0,1-1 1 0 0,-1 1-1 0 0,0-1 1 0 0,1 1-1 0 0,0 1 0 0 0,6 3-571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4T15:34:00.390"/>
    </inkml:context>
    <inkml:brush xml:id="br0">
      <inkml:brushProperty name="width" value="0.2" units="cm"/>
      <inkml:brushProperty name="height" value="0.2" units="cm"/>
    </inkml:brush>
  </inkml:definitions>
  <inkml:trace contextRef="#ctx0" brushRef="#br0">0 107 4008 0 0,'0'0'209'0'0,"5"-7"-161"0"0,3-1-44 0 0,-1 0 0 0 0,2 1 0 0 0,-1 0 0 0 0,1 0 0 0 0,0 1 0 0 0,0 0 0 0 0,1 1 0 0 0,0 0 0 0 0,0 0 0 0 0,0 1 0 0 0,0 1 0 0 0,21-6 0 0 0,0 3 3 0 0,-1 0-1 0 0,1 3 1 0 0,51-1 0 0 0,368 31 12 0 0,-172-5-13 0 0,462 7 17 0 0,-584-24-11 0 0,182 3 37 0 0,189 14 475 0 0,-491-18-397 0 0,-20-4 11 0 0,-1 2 0 0 0,1 0 0 0 0,-1 1 0 0 0,22 7 0 0 0,-20-4-768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4T15:34:02.183"/>
    </inkml:context>
    <inkml:brush xml:id="br0">
      <inkml:brushProperty name="width" value="0.2" units="cm"/>
      <inkml:brushProperty name="height" value="0.2" units="cm"/>
    </inkml:brush>
  </inkml:definitions>
  <inkml:trace contextRef="#ctx0" brushRef="#br0">1 146 3912 0 0,'0'0'1257'0'0,"13"-1"-1193"0"0,207 8 130 0 0,427 43 100 0 0,552-88-6 0 0,-88-92-9 0 0,-912 110-128 0 0,-43 7 292 0 0,-100 13 323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4T15:34:18.847"/>
    </inkml:context>
    <inkml:brush xml:id="br0">
      <inkml:brushProperty name="width" value="0.2" units="cm"/>
      <inkml:brushProperty name="height" value="0.2" units="cm"/>
    </inkml:brush>
  </inkml:definitions>
  <inkml:trace contextRef="#ctx0" brushRef="#br0">93 206 6632 0 0,'-88'-24'1825'0'0,"86"20"-1305"0"0,2 4-511 0 0,-1 0 0 0 0,1-1 0 0 0,0 1 0 0 0,0 0 0 0 0,0 0 0 0 0,-1-1 0 0 0,1 1 0 0 0,0 0 0 0 0,0-1 0 0 0,0 1 0 0 0,0 0 0 0 0,0-1 0 0 0,0 1 1 0 0,0 0-1 0 0,0-1 0 0 0,0 1 0 0 0,0 0 0 0 0,0-1 0 0 0,0 1 0 0 0,0-1 0 0 0,0 1 0 0 0,0 0 0 0 0,0-1 0 0 0,0 1 0 0 0,0 0 0 0 0,0-1 0 0 0,1 1 0 0 0,-1 0 0 0 0,0 0 0 0 0,0-1 0 0 0,0 1 0 0 0,1 0 1 0 0,-1-1-1 0 0,0 1 0 0 0,0 0 0 0 0,1-1 0 0 0,8-11 44 0 0,0 1 0 0 0,2 0 1 0 0,-1 0-1 0 0,1 1 0 0 0,0 0 0 0 0,1 0 1 0 0,0 2-1 0 0,21-12 0 0 0,-13 10-17 0 0,0 1-1 0 0,0 1 0 0 0,1 1 0 0 0,0 1 1 0 0,26-4-1 0 0,19 2 14 0 0,0 3-1 0 0,131 7 1 0 0,522 40 66 0 0,-440-24-91 0 0,-83-7 0 0 0,-165-10-4 0 0,54-6 1 0 0,-7 0 146 0 0,-75 5-173 0 0,1 1 0 0 0,-1-1 0 0 0,0 1 0 0 0,0 0 1 0 0,1 0-1 0 0,-1 0 0 0 0,0 0 0 0 0,0 0 0 0 0,0 1 1 0 0,0 0-1 0 0,2 1 0 0 0,3 2-1127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4T15:34:20.266"/>
    </inkml:context>
    <inkml:brush xml:id="br0">
      <inkml:brushProperty name="width" value="0.2" units="cm"/>
      <inkml:brushProperty name="height" value="0.2" units="cm"/>
    </inkml:brush>
  </inkml:definitions>
  <inkml:trace contextRef="#ctx0" brushRef="#br0">0 407 7024 0 0,'0'0'20'0'0,"7"0"104"0"0,29-1 410 0 0,55-9 1 0 0,72-28 343 0 0,-80 17-579 0 0,83-25 213 0 0,-98 24-347 0 0,1 4-1 0 0,84-11 1 0 0,365 6 181 0 0,-146 13-182 0 0,-239 3-109 0 0,213-22 78 0 0,-97-21-21 0 0,-132 24-54 0 0,19 4 17 0 0,-9 2 23 0 0,-32 4 68 0 0,9-3-1637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4T15:34:33.572"/>
    </inkml:context>
    <inkml:brush xml:id="br0">
      <inkml:brushProperty name="width" value="0.2" units="cm"/>
      <inkml:brushProperty name="height" value="0.2" units="cm"/>
    </inkml:brush>
  </inkml:definitions>
  <inkml:trace contextRef="#ctx0" brushRef="#br0">0 74 4616 0 0,'0'0'595'0'0,"5"0"-570"0"0,166 6-3 0 0,242 40 0 0 0,0 7-28 0 0,-308-41 4 0 0,21 0 2 0 0,213-10 1 0 0,125-38 36 0 0,-239 15 12 0 0,-66 8 10 0 0,577-37 293 0 0,-454 41-194 0 0,315-8 268 0 0,-345 15-159 0 0,369-18 444 0 0,-391-16-1405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5T15:58:27.419"/>
    </inkml:context>
    <inkml:brush xml:id="br0">
      <inkml:brushProperty name="width" value="0.2" units="cm"/>
      <inkml:brushProperty name="height" value="0.2" units="cm"/>
    </inkml:brush>
  </inkml:definitions>
  <inkml:trace contextRef="#ctx0" brushRef="#br0">33 2 1200 0 0,'0'0'333'0'0,"-6"0"7"0"0,-20-2 1780 0 0,26 5-1856 0 0,2 3-206 0 0,1 1 0 0 0,0 0-1 0 0,0-1 1 0 0,0 1 0 0 0,1-1 0 0 0,0 0-1 0 0,1 0 1 0 0,-1-1 0 0 0,1 1 0 0 0,7 6-1 0 0,13 17 66 0 0,21 37 93 0 0,50 96 0 0 0,-54-87-84 0 0,57 77 1 0 0,-45-84-39 0 0,83 79 0 0 0,74 49 101 0 0,-178-166-162 0 0,48 37 90 0 0,105 65 1 0 0,-91-67-49 0 0,-33-24-11 0 0,2-3 0 0 0,95 41-1 0 0,143 42 56 0 0,-140-60-73 0 0,335 178 156 0 0,-286-112-84 0 0,-41-23-3 0 0,73 41 164 0 0,229 182 1 0 0,-344-235-178 0 0,56 44 53 0 0,-124-86-67 0 0,-3 3 0 0 0,75 88 0 0 0,106 186 147 0 0,-211-284-201 0 0,1-1 0 0 0,3-1 1 0 0,55 58-1 0 0,14 2 44 0 0,46 43 95 0 0,-102-105-47 0 0,-41-36-99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4T16:04:23.892"/>
    </inkml:context>
    <inkml:brush xml:id="br0">
      <inkml:brushProperty name="width" value="0.2" units="cm"/>
      <inkml:brushProperty name="height" value="0.2" units="cm"/>
    </inkml:brush>
  </inkml:definitions>
  <inkml:trace contextRef="#ctx0" brushRef="#br0">1 1 4008 0 0,'0'0'-32'0'0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4T16:04:24.905"/>
    </inkml:context>
    <inkml:brush xml:id="br0">
      <inkml:brushProperty name="width" value="0.2" units="cm"/>
      <inkml:brushProperty name="height" value="0.2" units="cm"/>
    </inkml:brush>
  </inkml:definitions>
  <inkml:trace contextRef="#ctx0" brushRef="#br0">2899 354 2704 0 0,'0'0'1936'0'0,"-8"-6"-1597"0"0,-1-2-231 0 0,1 1 0 0 0,-2 1 0 0 0,1 0 0 0 0,-1 0-1 0 0,0 1 1 0 0,-17-7 0 0 0,-135-32 1278 0 0,106 31-973 0 0,0-3 0 0 0,-56-24 1 0 0,105 37-378 0 0,-84-37 592 0 0,-147-44 0 0 0,180 68-369 0 0,-2 4 0 0 0,0 2 0 0 0,-68-2 0 0 0,73 9-100 0 0,-35-2 190 0 0,-130 11 0 0 0,134 5-120 0 0,-113 30 0 0 0,-78 40 57 0 0,-161 79 34 0 0,140-19-187 0 0,290-137-128 0 0,1 0 0 0 0,-1 0 0 0 0,1 1 1 0 0,0 0-1 0 0,0 0 0 0 0,1 0 0 0 0,-1 1 0 0 0,1 0 0 0 0,1 1 0 0 0,-1-1 0 0 0,1 1 0 0 0,0 0 0 0 0,0 1 0 0 0,1-1 0 0 0,0 1 0 0 0,1-1 0 0 0,-1 1 0 0 0,1 0 1 0 0,1 1-1 0 0,0-1 0 0 0,0 0 0 0 0,0 1 0 0 0,1-1 0 0 0,1 1 0 0 0,-1-1 0 0 0,1 1 0 0 0,1 0 0 0 0,0-1 0 0 0,2 12 0 0 0,1 1-1 0 0,2-1-1 0 0,0 1 0 0 0,1-1 0 0 0,1-1 1 0 0,1 1-1 0 0,0-2 0 0 0,2 1 1 0 0,0-1-1 0 0,1-1 0 0 0,1 0 0 0 0,20 21 1 0 0,7 2-4 0 0,2-2 1 0 0,1-2-1 0 0,52 34 1 0 0,-48-40-1 0 0,1-2 0 0 0,2-3 0 0 0,0-1 0 0 0,2-3 0 0 0,72 21 0 0 0,279 45 0 0 0,15-28-19 0 0,5-38-2 0 0,-176-29-3 0 0,262-43 0 0 0,31-44-48 0 0,-404 63 7 0 0,252-94 0 0 0,-345 109 55 0 0,-1-3-1 0 0,-1-1 0 0 0,-1-2 1 0 0,-2-1-1 0 0,0-3 1 0 0,35-30-1 0 0,-57 41 4 0 0,0 0 0 0 0,0-2 0 0 0,-2 1 0 0 0,0-2 0 0 0,20-36 0 0 0,-26 39 5 0 0,-1 0 0 0 0,0 0 0 0 0,-2 0 0 0 0,0 0 0 0 0,-1-1 0 0 0,0 0 0 0 0,-1 0 0 0 0,0-28 0 0 0,-3 31 2 0 0,-1 0 0 0 0,0 0 0 0 0,-2 1 0 0 0,1-1 0 0 0,-2 0 0 0 0,1 1 1 0 0,-2 0-1 0 0,0 0 0 0 0,-1 0 0 0 0,0 0 0 0 0,0 1 0 0 0,-2 0 0 0 0,-10-13 1 0 0,-5-4 0 0 0,-2 1 1 0 0,0 1-1 0 0,-53-41 1 0 0,47 43 6 0 0,-2 2 0 0 0,0 1 0 0 0,-1 2 0 0 0,-2 1 0 0 0,0 2 0 0 0,0 2 0 0 0,-2 1 0 0 0,0 2 0 0 0,-53-11 0 0 0,42 15 4 0 0,0 2-1 0 0,0 2 0 0 0,0 2 0 0 0,0 3 0 0 0,-1 1 0 0 0,1 3 0 0 0,-56 13 0 0 0,38-2-540 0 0,1 2-1 0 0,-94 41 1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4T16:04:25.714"/>
    </inkml:context>
    <inkml:brush xml:id="br0">
      <inkml:brushProperty name="width" value="0.2" units="cm"/>
      <inkml:brushProperty name="height" value="0.2" units="cm"/>
    </inkml:brush>
  </inkml:definitions>
  <inkml:trace contextRef="#ctx0" brushRef="#br0">1 54 5720 0 0,'0'0'394'0'0,"8"-2"-363"0"0,44-8-7 0 0,0 3-1 0 0,98-1 0 0 0,117 16 6 0 0,-216-6-16 0 0,605 5 285 0 0,1-29 353 0 0,-636 21-624 0 0,129-8 191 0 0,80-2 211 0 0,-193 11-343 0 0,-7-1 71 0 0,-1 1 0 0 0,0 2 0 0 0,1 1 0 0 0,45 10-1 0 0,-57-8-48 0 0,0-1-1 0 0,0-1 1 0 0,0-1-1 0 0,0-1 0 0 0,1 0 1 0 0,-1-1-1 0 0,0-1 1 0 0,0-1-1 0 0,1 0 0 0 0,24-8 1 0 0,-40 9-39 0 0,9 1-1197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4T16:04:27.146"/>
    </inkml:context>
    <inkml:brush xml:id="br0">
      <inkml:brushProperty name="width" value="0.2" units="cm"/>
      <inkml:brushProperty name="height" value="0.2" units="cm"/>
    </inkml:brush>
  </inkml:definitions>
  <inkml:trace contextRef="#ctx0" brushRef="#br0">2839 374 5120 0 0,'0'0'352'0'0,"-4"-6"-328"0"0,-3-4-15 0 0,-1 0 0 0 0,0 0 1 0 0,-1 1-1 0 0,0 0 0 0 0,0 0 1 0 0,-1 1-1 0 0,-12-8 0 0 0,-8-1 34 0 0,-1 1 0 0 0,0 2 0 0 0,-1 1-1 0 0,0 2 1 0 0,-55-13 0 0 0,-174-17 322 0 0,217 35-304 0 0,-331-21 429 0 0,328 25-423 0 0,-103-2 257 0 0,-193 19-1 0 0,151 9-106 0 0,58-5-82 0 0,22-2 20 0 0,-192 58 1 0 0,70 6-70 0 0,209-71-79 0 0,-3 0-3 0 0,-4 2 12 0 0,0 0 1 0 0,2 2-1 0 0,-31 19 1 0 0,53-28-13 0 0,-1 0 0 0 0,2 1 1 0 0,-1 0-1 0 0,1 1 0 0 0,0 0 1 0 0,0 0-1 0 0,1 0 0 0 0,0 1 1 0 0,0 0-1 0 0,1 0 0 0 0,0 0 1 0 0,0 1-1 0 0,1 0 0 0 0,0 0 0 0 0,-3 11 1 0 0,6-11 1 0 0,-1-1 0 0 0,1 0 0 0 0,0 0 1 0 0,1 0-1 0 0,0 1 0 0 0,0-1 0 0 0,1 0 0 0 0,0 0 0 0 0,1 1 1 0 0,-1-1-1 0 0,2 0 0 0 0,-1-1 0 0 0,1 1 0 0 0,0 0 1 0 0,1-1-1 0 0,-1 1 0 0 0,8 8 0 0 0,6 9 23 0 0,2 0-1 0 0,1-2 1 0 0,29 27-1 0 0,-5-9 25 0 0,3-1 1 0 0,1-3-1 0 0,1-3 1 0 0,2-1-1 0 0,2-2 1 0 0,1-3-1 0 0,1-2 0 0 0,91 29 1 0 0,-40-24 35 0 0,1-4 0 0 0,1-5 0 0 0,202 15 0 0 0,837 43 135 0 0,-904-68-211 0 0,438-35 0 0 0,-310-24 9 0 0,-307 35-9 0 0,-1-3-1 0 0,0-3 0 0 0,101-43 1 0 0,-146 53 1 0 0,0-1 0 0 0,0-1 0 0 0,-1-1 0 0 0,-1 0 0 0 0,0-1 0 0 0,0-1 0 0 0,-1 0 0 0 0,26-31 0 0 0,-36 37 10 0 0,0 0-1 0 0,0 0 1 0 0,-1 0-1 0 0,0-1 1 0 0,0 1-1 0 0,-1-1 1 0 0,0 0-1 0 0,0 0 1 0 0,-1 0-1 0 0,0 0 1 0 0,-1 0-1 0 0,1-1 1 0 0,-2 1-1 0 0,1-1 1 0 0,-1 1-1 0 0,0 0 1 0 0,-1-1-1 0 0,0 1 1 0 0,0 0-1 0 0,-1-1 1 0 0,0 1-1 0 0,0 0 1 0 0,-7-13-1 0 0,2 6 34 0 0,-2 0-1 0 0,1 1 0 0 0,-2 0 1 0 0,0 1-1 0 0,0 0 0 0 0,-2 1 1 0 0,1 0-1 0 0,-17-13 0 0 0,-13-7 158 0 0,-62-37-1 0 0,5 12 130 0 0,-198-84 0 0 0,-124-5-59 0 0,147 74-212 0 0,-85 1-13 0 0,-105 2-39 0 0,-10 10-1571 0 0,374 46-6259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05T03:36:55.777"/>
    </inkml:context>
    <inkml:brush xml:id="br0">
      <inkml:brushProperty name="width" value="0.1" units="cm"/>
      <inkml:brushProperty name="height" value="0.1" units="cm"/>
    </inkml:brush>
  </inkml:definitions>
  <inkml:trace contextRef="#ctx0" brushRef="#br0">23668 3574 18367 0 0,'5'5'3136'0'0,"8"7"-1024"0"0,6 8-1152 0 0,11 5-672 0 0,6 9-128 0 0,7 9 0 0 0,2 14-64 0 0,-1 19 0 0 0,-3 18-32 0 0,2 14 32 0 0,0 5-32 0 0,2 5 0 0 0,0-2-32 0 0,-3-10 0 0 0,-3-11 0 0 0,-8-13 0 0 0,-4-19-32 0 0,-7-15 32 0 0,-11-21 32 0 0,-9-21-64 0 0,-14-16 32 0 0,-10-23 0 0 0,-12-22-32 0 0,-5-18 32 0 0,-1-18-32 0 0,1-9 32 0 0,3-9-32 0 0,2-8 0 0 0,1-6 0 0 0,-3 3 0 0 0,-1-1 0 0 0,1 11 32 0 0,1 7-32 0 0,2 15 0 0 0,1 19 0 0 0,2 14 0 0 0,0 18 0 0 0,0 19 0 0 0,-4 24 0 0 0,-8 28 0 0 0,-7 23 0 0 0,-5 24 0 0 0,-9 19 0 0 0,-5 15 0 0 0,-1 9 0 0 0,6 5 0 0 0,9-4 0 0 0,9-12 0 0 0,12-14-32 0 0,12-19 32 0 0,15-23 0 0 0,20-27 0 0 0,19-29 0 0 0,20-25 0 0 0,17-19 0 0 0,19-25-32 0 0,16-16 32 0 0,7-10 0 0 0,5-5-32 0 0,1-2-32 0 0,1 0 0 0 0,-20 17 64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05T03:36:55.778"/>
    </inkml:context>
    <inkml:brush xml:id="br0">
      <inkml:brushProperty name="width" value="0.1" units="cm"/>
      <inkml:brushProperty name="height" value="0.1" units="cm"/>
    </inkml:brush>
  </inkml:definitions>
  <inkml:trace contextRef="#ctx0" brushRef="#br0">24222 3263 15871 0 0,'5'6'1376'0'0,"2"6"-672"0"0,-5 7 0 0 0,-15 12-192 0 0,-9 15 0 0 0,-13 12-32 0 0,-5 11 32 0 0,-1 11-64 0 0,6 7 0 0 0,4 0-96 0 0,7 2 0 0 0,7-5-96 0 0,13-10 32 0 0,12-13-96 0 0,15-11 0 0 0,15-14-32 0 0,11-14 0 0 0,14-15-32 0 0,7-20 0 0 0,2-18 0 0 0,-1-15 32 0 0,-1-16 32 0 0,-7-8 0 0 0,-15-8 32 0 0,-15-7 0 0 0,-18-5 32 0 0,-18 2 0 0 0,-19 5 0 0 0,-21 12 0 0 0,-21 11-32 0 0,-14 23 0 0 0,-21 22-96 0 0,-21 25 32 0 0,10 10-160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05T03:36:55.779"/>
    </inkml:context>
    <inkml:brush xml:id="br0">
      <inkml:brushProperty name="width" value="0.1" units="cm"/>
      <inkml:brushProperty name="height" value="0.1" units="cm"/>
    </inkml:brush>
  </inkml:definitions>
  <inkml:trace contextRef="#ctx0" brushRef="#br0">23601 4641 12543 0 0,'0'-5'2112'0'0,"0"9"1472"0"0,0 19-3424 0 0,5 28 32 0 0,2 32 0 0 0,6 29 0 0 0,-1 22 0 0 0,-1 9 0 0 0,2 9 0 0 0,0-2 32 0 0,2-9-64 0 0,-1-24 0 0 0,-3-26-96 0 0,-9-23 32 0 0,-5-23-96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05T03:36:55.780"/>
    </inkml:context>
    <inkml:brush xml:id="br0">
      <inkml:brushProperty name="width" value="0.1" units="cm"/>
      <inkml:brushProperty name="height" value="0.1" units="cm"/>
    </inkml:brush>
  </inkml:definitions>
  <inkml:trace contextRef="#ctx0" brushRef="#br0">23319 5141 13535 0 0,'0'5'160'0'0,"0"8"-64"0"0,0 11 0 0 0,5 19 352 0 0,7 18 0 0 0,8 19-96 0 0,5 19 0 0 0,3 8 0 0 0,4 1-32 0 0,5-11 0 0 0,9-17 32 0 0,6-23-96 0 0,6-25 0 0 0,8-30-32 0 0,10-26 0 0 0,2-24-64 0 0,5-26 0 0 0,3-22 0 0 0,-1-16 0 0 0,0-5-32 0 0,-8 1 0 0 0,-7 4 0 0 0,-10 11-32 0 0,-10 17-96 0 0,-13 22 0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05T03:36:55.781"/>
    </inkml:context>
    <inkml:brush xml:id="br0">
      <inkml:brushProperty name="width" value="0.1" units="cm"/>
      <inkml:brushProperty name="height" value="0.1" units="cm"/>
    </inkml:brush>
  </inkml:definitions>
  <inkml:trace contextRef="#ctx0" brushRef="#br0">23357 6695 14367 0 0,'0'11'-512'0'0,"5"9"192"0"0,8 17 384 0 0,6 18-32 0 0,6 22 256 0 0,4 18-32 0 0,2 16 320 0 0,1 4 0 0 0,-4-1 0 0 0,-2-4-32 0 0,-6-15-192 0 0,-5-13 0 0 0,-6-15 224 0 0,-10-24-416 0 0,-10-31-64 0 0,-3-33 32 0 0,-4-29-64 0 0,-6-22 0 0 0,-2-21 0 0 0,2-15 0 0 0,0-11-32 0 0,-2-8 0 0 0,5 3 32 0 0,-1 1-32 0 0,-1 10 32 0 0,3 14-32 0 0,0 18 64 0 0,-3 17-32 0 0,-2 31 160 0 0,-8 37-128 0 0,-3 39-32 0 0,-7 40 0 0 0,-1 26 0 0 0,-4 17 32 0 0,6 8-32 0 0,5-8 0 0 0,9-14-32 0 0,8-22 32 0 0,15-25 64 0 0,12-24-64 0 0,21-30-32 0 0,17-27 0 0 0,22-22 0 0 0,16-15-32 0 0,10-10 0 0 0,11-4 0 0 0,-13 9 0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05T03:36:55.782"/>
    </inkml:context>
    <inkml:brush xml:id="br0">
      <inkml:brushProperty name="width" value="0.1" units="cm"/>
      <inkml:brushProperty name="height" value="0.1" units="cm"/>
    </inkml:brush>
  </inkml:definitions>
  <inkml:trace contextRef="#ctx0" brushRef="#br0">23435 6526 16671 0 0,'-5'11'224'0'0,"-2"9"0"0"0,0 11 640 0 0,2 12 0 0 0,6 9-256 0 0,9 12 32 0 0,8 5-288 0 0,12 3-32 0 0,6 4-64 0 0,7 1 0 0 0,3 2-160 0 0,-2 0 0 0 0,-3 2-64 0 0,-9-8 0 0 0,-14-10-32 0 0,-16-11 0 0 0,-9-14 0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05T03:36:55.783"/>
    </inkml:context>
    <inkml:brush xml:id="br0">
      <inkml:brushProperty name="width" value="0.1" units="cm"/>
      <inkml:brushProperty name="height" value="0.1" units="cm"/>
    </inkml:brush>
  </inkml:definitions>
  <inkml:trace contextRef="#ctx0" brushRef="#br0">23372 6649 15551 0 0,'10'-10'384'0'0,"21"-15"0"0"0,25-14 256 0 0,26-11 0 0 0,30-2-640 0 0,24-3 0 0 0,-12 8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BD4053-738D-471B-A0EE-26A27F90FF6A}" type="datetimeFigureOut">
              <a:rPr lang="en-IN" smtClean="0"/>
              <a:t>04-03-2026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A44103-B3D7-40D7-85EC-95AA2A5E7D66}" type="slidenum">
              <a:rPr lang="en-IN" smtClean="0"/>
              <a:t>‹#›</a:t>
            </a:fld>
            <a:endParaRPr lang="en-IN"/>
          </a:p>
        </p:txBody>
      </p:sp>
    </p:spTree>
    <p:extLst>
      <p:ext uri="{BB962C8B-B14F-4D97-AF65-F5344CB8AC3E}">
        <p14:creationId xmlns:p14="http://schemas.microsoft.com/office/powerpoint/2010/main" val="15455592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csrc.nist.gov/publications/detail/sp/800-145/final"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www.tailwindtraders.com/"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docs.microsoft.com/en-us/azure/governance/management-groups/"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latin typeface="+mn-lt"/>
              </a:rPr>
              <a:t>Cloud Computing is:</a:t>
            </a:r>
          </a:p>
          <a:p>
            <a:pPr marL="342900" indent="-342900">
              <a:buFont typeface="Arial" panose="020B0604020202020204" pitchFamily="34" charset="0"/>
              <a:buChar char="•"/>
            </a:pPr>
            <a:r>
              <a:rPr lang="en-US" dirty="0">
                <a:latin typeface="+mn-lt"/>
              </a:rPr>
              <a:t>A model for enabling on-demand access to a shared pool of configurable computing resources – </a:t>
            </a:r>
            <a:r>
              <a:rPr lang="en-US" sz="800" dirty="0">
                <a:solidFill>
                  <a:schemeClr val="accent4"/>
                </a:solidFill>
                <a:latin typeface="+mn-lt"/>
              </a:rPr>
              <a:t>servers, network, storage, applications, and services</a:t>
            </a:r>
          </a:p>
          <a:p>
            <a:pPr marL="342900" indent="-342900">
              <a:buFont typeface="Arial" panose="020B0604020202020204" pitchFamily="34" charset="0"/>
              <a:buChar char="•"/>
            </a:pPr>
            <a:r>
              <a:rPr lang="en-US" dirty="0">
                <a:latin typeface="+mn-lt"/>
              </a:rPr>
              <a:t>Ubiquitous, convenient, on-demand network access</a:t>
            </a:r>
          </a:p>
          <a:p>
            <a:pPr marL="342900" indent="-342900">
              <a:buFont typeface="Arial" panose="020B0604020202020204" pitchFamily="34" charset="0"/>
              <a:buChar char="•"/>
            </a:pPr>
            <a:r>
              <a:rPr lang="en-US" dirty="0">
                <a:latin typeface="+mn-lt"/>
              </a:rPr>
              <a:t>Rapidly provisioned and released with minimal management effort or service provider interaction</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882" b="0" kern="1200" dirty="0">
              <a:solidFill>
                <a:schemeClr val="tx1"/>
              </a:solidFill>
              <a:effectLst/>
              <a:latin typeface="Segoe UI Light"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kern="1200" dirty="0">
                <a:solidFill>
                  <a:schemeClr val="tx1"/>
                </a:solidFill>
                <a:effectLst/>
                <a:latin typeface="Segoe UI Light" pitchFamily="34" charset="0"/>
                <a:ea typeface="+mn-ea"/>
                <a:cs typeface="+mn-cs"/>
              </a:rPr>
              <a:t>Definitions found at:</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kern="1200" dirty="0">
                <a:solidFill>
                  <a:schemeClr val="tx1"/>
                </a:solidFill>
                <a:effectLst/>
                <a:latin typeface="Segoe UI Light" pitchFamily="34" charset="0"/>
                <a:ea typeface="+mn-ea"/>
                <a:cs typeface="+mn-cs"/>
              </a:rPr>
              <a:t>Cloud computing - https://azure.microsoft.com/en-us/overview/what-is-cloud-computing/</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hlinkClick r:id="rId3"/>
              </a:rPr>
              <a:t>NIST definition - https://csrc.nist.gov/publications/detail/sp/800-145/final</a:t>
            </a:r>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882" b="0" kern="1200" dirty="0">
              <a:solidFill>
                <a:schemeClr val="tx1"/>
              </a:solidFill>
              <a:effectLst/>
              <a:latin typeface="Segoe UI Light"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1" kern="1200" dirty="0">
                <a:solidFill>
                  <a:schemeClr val="tx1"/>
                </a:solidFill>
                <a:effectLst/>
                <a:latin typeface="Segoe UI Light" pitchFamily="34" charset="0"/>
                <a:ea typeface="+mn-ea"/>
                <a:cs typeface="+mn-cs"/>
              </a:rPr>
              <a:t>Learn and SkillPipe content order note: </a:t>
            </a:r>
            <a:r>
              <a:rPr lang="en-US" sz="882" b="0" kern="1200" dirty="0">
                <a:solidFill>
                  <a:schemeClr val="tx1"/>
                </a:solidFill>
                <a:effectLst/>
                <a:latin typeface="Segoe UI Light" pitchFamily="34" charset="0"/>
                <a:ea typeface="+mn-ea"/>
                <a:cs typeface="+mn-cs"/>
              </a:rPr>
              <a:t>https://docs.microsoft.com/en-us/learn/modules/intro-to-azure-fundamentals/what-is-cloud-computing</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kern="1200" dirty="0">
                <a:solidFill>
                  <a:schemeClr val="tx1"/>
                </a:solidFill>
                <a:effectLst/>
                <a:latin typeface="Segoe UI Light" pitchFamily="34" charset="0"/>
                <a:ea typeface="+mn-ea"/>
                <a:cs typeface="+mn-cs"/>
              </a:rPr>
              <a:t>There are 4 additional slides in Learn (and SkillPipe) that cover a high level introduction to Azure:</a:t>
            </a:r>
          </a:p>
          <a:p>
            <a:pPr marL="171450" marR="0" lvl="0" indent="-171450" algn="l" defTabSz="914367" rtl="0" eaLnBrk="1" fontAlgn="auto" latinLnBrk="0" hangingPunct="1">
              <a:lnSpc>
                <a:spcPct val="90000"/>
              </a:lnSpc>
              <a:spcBef>
                <a:spcPts val="0"/>
              </a:spcBef>
              <a:spcAft>
                <a:spcPts val="333"/>
              </a:spcAft>
              <a:buClrTx/>
              <a:buSzTx/>
              <a:buFont typeface="Arial" panose="020B0604020202020204" pitchFamily="34" charset="0"/>
              <a:buChar char="•"/>
              <a:tabLst/>
              <a:defRPr/>
            </a:pPr>
            <a:r>
              <a:rPr lang="en-US" sz="882" b="0" kern="1200" dirty="0">
                <a:solidFill>
                  <a:schemeClr val="tx1"/>
                </a:solidFill>
                <a:effectLst/>
                <a:latin typeface="Segoe UI Light" pitchFamily="34" charset="0"/>
                <a:ea typeface="+mn-ea"/>
                <a:cs typeface="+mn-cs"/>
              </a:rPr>
              <a:t>What is Azure? https://docs.microsoft.com/en-us/learn/modules/intro-to-azure-fundamentals/what-is-microsoft-azure</a:t>
            </a:r>
          </a:p>
          <a:p>
            <a:pPr marL="171450" marR="0" lvl="0" indent="-171450" algn="l" defTabSz="914367" rtl="0" eaLnBrk="1" fontAlgn="auto" latinLnBrk="0" hangingPunct="1">
              <a:lnSpc>
                <a:spcPct val="90000"/>
              </a:lnSpc>
              <a:spcBef>
                <a:spcPts val="0"/>
              </a:spcBef>
              <a:spcAft>
                <a:spcPts val="333"/>
              </a:spcAft>
              <a:buClrTx/>
              <a:buSzTx/>
              <a:buFont typeface="Arial" panose="020B0604020202020204" pitchFamily="34" charset="0"/>
              <a:buChar char="•"/>
              <a:tabLst/>
              <a:defRPr/>
            </a:pPr>
            <a:r>
              <a:rPr lang="en-US" sz="882" b="0" kern="1200" dirty="0">
                <a:solidFill>
                  <a:schemeClr val="tx1"/>
                </a:solidFill>
                <a:effectLst/>
                <a:latin typeface="Segoe UI Light" pitchFamily="34" charset="0"/>
                <a:ea typeface="+mn-ea"/>
                <a:cs typeface="+mn-cs"/>
              </a:rPr>
              <a:t>Tour of Azure Services https://docs.microsoft.com/en-us/learn/modules/intro-to-azure-fundamentals/tour-of-azure-services</a:t>
            </a:r>
          </a:p>
          <a:p>
            <a:pPr marL="171450" marR="0" lvl="0" indent="-171450" algn="l" defTabSz="914367" rtl="0" eaLnBrk="1" fontAlgn="auto" latinLnBrk="0" hangingPunct="1">
              <a:lnSpc>
                <a:spcPct val="90000"/>
              </a:lnSpc>
              <a:spcBef>
                <a:spcPts val="0"/>
              </a:spcBef>
              <a:spcAft>
                <a:spcPts val="333"/>
              </a:spcAft>
              <a:buClrTx/>
              <a:buSzTx/>
              <a:buFont typeface="Arial" panose="020B0604020202020204" pitchFamily="34" charset="0"/>
              <a:buChar char="•"/>
              <a:tabLst/>
              <a:defRPr/>
            </a:pPr>
            <a:r>
              <a:rPr lang="en-US" sz="882" b="0" kern="1200" dirty="0">
                <a:solidFill>
                  <a:schemeClr val="tx1"/>
                </a:solidFill>
                <a:effectLst/>
                <a:latin typeface="Segoe UI Light" pitchFamily="34" charset="0"/>
                <a:ea typeface="+mn-ea"/>
                <a:cs typeface="+mn-cs"/>
              </a:rPr>
              <a:t>Get started with Azure accounts https://docs.microsoft.com/en-us/learn/modules/intro-to-azure-fundamentals/get-started-with-azure-accounts</a:t>
            </a:r>
          </a:p>
          <a:p>
            <a:pPr marL="171450" marR="0" lvl="0" indent="-171450" algn="l" defTabSz="914367" rtl="0" eaLnBrk="1" fontAlgn="auto" latinLnBrk="0" hangingPunct="1">
              <a:lnSpc>
                <a:spcPct val="90000"/>
              </a:lnSpc>
              <a:spcBef>
                <a:spcPts val="0"/>
              </a:spcBef>
              <a:spcAft>
                <a:spcPts val="333"/>
              </a:spcAft>
              <a:buClrTx/>
              <a:buSzTx/>
              <a:buFont typeface="Arial" panose="020B0604020202020204" pitchFamily="34" charset="0"/>
              <a:buChar char="•"/>
              <a:tabLst/>
              <a:defRPr/>
            </a:pPr>
            <a:r>
              <a:rPr lang="en-US" sz="882" b="0" kern="1200" dirty="0">
                <a:solidFill>
                  <a:schemeClr val="tx1"/>
                </a:solidFill>
                <a:effectLst/>
                <a:latin typeface="Segoe UI Light" pitchFamily="34" charset="0"/>
                <a:ea typeface="+mn-ea"/>
                <a:cs typeface="+mn-cs"/>
              </a:rPr>
              <a:t>Case study introduction (Tailwind Traders) https://docs.microsoft.com/en-us/learn/modules/intro-to-azure-fundamentals/case-study-introduction</a:t>
            </a:r>
            <a:br>
              <a:rPr lang="en-US" sz="882" b="0" kern="1200" dirty="0">
                <a:solidFill>
                  <a:schemeClr val="tx1"/>
                </a:solidFill>
                <a:effectLst/>
                <a:latin typeface="Segoe UI Light" pitchFamily="34" charset="0"/>
                <a:ea typeface="+mn-ea"/>
                <a:cs typeface="+mn-cs"/>
              </a:rPr>
            </a:br>
            <a:br>
              <a:rPr lang="en-US" sz="882" b="0" kern="1200" dirty="0">
                <a:solidFill>
                  <a:schemeClr val="tx1"/>
                </a:solidFill>
                <a:effectLst/>
                <a:latin typeface="Segoe UI Light" pitchFamily="34" charset="0"/>
                <a:ea typeface="+mn-ea"/>
                <a:cs typeface="+mn-cs"/>
              </a:rPr>
            </a:br>
            <a:r>
              <a:rPr lang="en-US" b="0" i="0" dirty="0">
                <a:solidFill>
                  <a:srgbClr val="171717"/>
                </a:solidFill>
                <a:effectLst/>
                <a:latin typeface="Segoe UI" panose="020B0502040204020203" pitchFamily="34" charset="0"/>
              </a:rPr>
              <a:t>Throughout the Azure Fundamentals learning paths, we'll work with </a:t>
            </a:r>
            <a:r>
              <a:rPr lang="en-US" b="0" i="0" u="none" strike="noStrike" dirty="0">
                <a:effectLst/>
                <a:latin typeface="Segoe UI" panose="020B0502040204020203" pitchFamily="34" charset="0"/>
                <a:hlinkClick r:id="rId4"/>
              </a:rPr>
              <a:t>Tailwind Traders</a:t>
            </a:r>
            <a:r>
              <a:rPr lang="en-US" b="0" i="0" dirty="0">
                <a:solidFill>
                  <a:srgbClr val="171717"/>
                </a:solidFill>
                <a:effectLst/>
                <a:latin typeface="Segoe UI" panose="020B0502040204020203" pitchFamily="34" charset="0"/>
              </a:rPr>
              <a:t>, a fictitious home improvement retailer. It operates retail hardware stores across the globe and online. The scenarios are in both the SkillPipe and Learn content.</a:t>
            </a:r>
            <a:endParaRPr lang="en-US" sz="882" b="0" kern="1200" dirty="0">
              <a:solidFill>
                <a:schemeClr val="tx1"/>
              </a:solidFill>
              <a:effectLst/>
              <a:latin typeface="Segoe UI Light" pitchFamily="34" charset="0"/>
              <a:ea typeface="+mn-ea"/>
              <a:cs typeface="+mn-cs"/>
            </a:endParaRP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3/4/2026 7:36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2796014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0" i="0" u="none" strike="noStrike" kern="1200" dirty="0">
                <a:solidFill>
                  <a:schemeClr val="tx1"/>
                </a:solidFill>
                <a:effectLst/>
                <a:latin typeface="Segoe UI Light" pitchFamily="34" charset="0"/>
                <a:ea typeface="+mn-ea"/>
                <a:cs typeface="+mn-cs"/>
              </a:rPr>
              <a:t>What are public, private, and hybrid clouds? - https://azure.microsoft.com/en-us/overview/what-are-private-public-hybrid-clouds/</a:t>
            </a:r>
          </a:p>
          <a:p>
            <a:endParaRPr lang="en-US" sz="900" b="0" i="0" u="none" strike="noStrike" kern="1200" dirty="0">
              <a:solidFill>
                <a:schemeClr val="tx1"/>
              </a:solidFill>
              <a:effectLst/>
              <a:latin typeface="Segoe UI Light" pitchFamily="34" charset="0"/>
              <a:ea typeface="+mn-ea"/>
              <a:cs typeface="+mn-cs"/>
            </a:endParaRPr>
          </a:p>
          <a:p>
            <a:r>
              <a:rPr lang="en-US" sz="900" b="1" i="0" u="none" strike="noStrike" kern="1200" dirty="0">
                <a:solidFill>
                  <a:schemeClr val="tx1"/>
                </a:solidFill>
                <a:effectLst/>
                <a:latin typeface="Segoe UI Light" pitchFamily="34" charset="0"/>
                <a:ea typeface="+mn-ea"/>
                <a:cs typeface="+mn-cs"/>
              </a:rPr>
              <a:t>Learn and SkillPipe content order note: </a:t>
            </a:r>
          </a:p>
          <a:p>
            <a:pPr marL="171450" indent="-171450">
              <a:buFont typeface="Arial" panose="020B0604020202020204" pitchFamily="34" charset="0"/>
              <a:buChar char="•"/>
            </a:pPr>
            <a:r>
              <a:rPr lang="en-US" sz="900" b="0" i="0" u="none" strike="noStrike" kern="1200" dirty="0">
                <a:solidFill>
                  <a:schemeClr val="tx1"/>
                </a:solidFill>
                <a:effectLst/>
                <a:latin typeface="Segoe UI Light" pitchFamily="34" charset="0"/>
                <a:ea typeface="+mn-ea"/>
                <a:cs typeface="+mn-cs"/>
              </a:rPr>
              <a:t>Slides 7-10 https://docs.microsoft.com/en-us/learn/modules/fundamental-azure-concepts/types-of-cloud-computing</a:t>
            </a:r>
          </a:p>
          <a:p>
            <a:endParaRPr lang="en-US" sz="900" b="0" i="0" u="none" strike="noStrike" kern="1200" dirty="0">
              <a:solidFill>
                <a:schemeClr val="tx1"/>
              </a:solidFill>
              <a:effectLst/>
              <a:latin typeface="Segoe UI Light" pitchFamily="34" charset="0"/>
              <a:ea typeface="+mn-ea"/>
              <a:cs typeface="+mn-cs"/>
            </a:endParaRPr>
          </a:p>
          <a:p>
            <a:endParaRPr lang="en-IE" sz="900" b="0" i="0" u="none" strike="noStrike"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3724728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Font typeface="Arial" panose="020B0604020202020204" pitchFamily="34" charset="0"/>
              <a:buChar char="•"/>
            </a:pPr>
            <a:r>
              <a:rPr lang="en-US" sz="2800" dirty="0"/>
              <a:t>Owned and operated by the organization that uses cloud resources. </a:t>
            </a:r>
          </a:p>
          <a:p>
            <a:pPr marL="457200" indent="-457200">
              <a:buFont typeface="Arial" panose="020B0604020202020204" pitchFamily="34" charset="0"/>
              <a:buChar char="•"/>
            </a:pPr>
            <a:r>
              <a:rPr lang="en-US" sz="2800" dirty="0"/>
              <a:t>Organizations create a cloud environment in their datacenter.</a:t>
            </a:r>
          </a:p>
          <a:p>
            <a:pPr marL="457200" indent="-457200">
              <a:buFont typeface="Arial" panose="020B0604020202020204" pitchFamily="34" charset="0"/>
              <a:buChar char="•"/>
            </a:pPr>
            <a:r>
              <a:rPr lang="en-US" sz="2800" dirty="0"/>
              <a:t>Self-service access to compute resources provided to users within the organization. </a:t>
            </a:r>
          </a:p>
          <a:p>
            <a:pPr marL="457200" indent="-457200">
              <a:buFont typeface="Arial" panose="020B0604020202020204" pitchFamily="34" charset="0"/>
              <a:buChar char="•"/>
            </a:pPr>
            <a:r>
              <a:rPr lang="en-US" sz="2800" dirty="0"/>
              <a:t>Organization is responsible for operating the services they provide.</a:t>
            </a:r>
          </a:p>
          <a:p>
            <a:endParaRPr lang="en-IE" sz="900" b="0" i="0" u="none" strike="noStrike" kern="1200" dirty="0">
              <a:solidFill>
                <a:schemeClr val="tx1"/>
              </a:solidFill>
              <a:effectLst/>
              <a:latin typeface="Segoe UI Light" pitchFamily="34" charset="0"/>
              <a:ea typeface="+mn-ea"/>
              <a:cs typeface="+mn-cs"/>
            </a:endParaRPr>
          </a:p>
          <a:p>
            <a:r>
              <a:rPr lang="en-US" sz="900" b="1" i="0" u="none" strike="noStrike" kern="1200" dirty="0">
                <a:solidFill>
                  <a:schemeClr val="tx1"/>
                </a:solidFill>
                <a:effectLst/>
                <a:latin typeface="Segoe UI Light" pitchFamily="34" charset="0"/>
                <a:ea typeface="+mn-ea"/>
                <a:cs typeface="+mn-cs"/>
              </a:rPr>
              <a:t>Learn and SkillPipe content order note: </a:t>
            </a:r>
          </a:p>
          <a:p>
            <a:pPr marL="171450" indent="-171450">
              <a:buFont typeface="Arial" panose="020B0604020202020204" pitchFamily="34" charset="0"/>
              <a:buChar char="•"/>
            </a:pPr>
            <a:r>
              <a:rPr lang="en-US" sz="900" b="0" i="0" u="none" strike="noStrike" kern="1200" dirty="0">
                <a:solidFill>
                  <a:schemeClr val="tx1"/>
                </a:solidFill>
                <a:effectLst/>
                <a:latin typeface="Segoe UI Light" pitchFamily="34" charset="0"/>
                <a:ea typeface="+mn-ea"/>
                <a:cs typeface="+mn-cs"/>
              </a:rPr>
              <a:t>Slides 7-10 https://docs.microsoft.com/en-us/learn/modules/fundamental-azure-concepts/types-of-cloud-computing</a:t>
            </a:r>
          </a:p>
          <a:p>
            <a:endParaRPr lang="en-IE" sz="900" b="0" i="0" u="none" strike="noStrike"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22385237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900" b="0" i="0" dirty="0">
                <a:effectLst/>
                <a:latin typeface="Segoe UI" panose="020B0502040204020203" pitchFamily="34" charset="0"/>
              </a:rPr>
              <a:t>Hybrid cloud models have the following characteristics:</a:t>
            </a:r>
          </a:p>
          <a:p>
            <a:pPr algn="l">
              <a:buFont typeface="Arial" panose="020B0604020202020204" pitchFamily="34" charset="0"/>
              <a:buChar char="•"/>
            </a:pPr>
            <a:r>
              <a:rPr lang="en-US" sz="900" b="1" i="0" dirty="0">
                <a:effectLst/>
                <a:latin typeface="Segoe UI" panose="020B0502040204020203" pitchFamily="34" charset="0"/>
              </a:rPr>
              <a:t>Resource location</a:t>
            </a:r>
            <a:r>
              <a:rPr lang="en-US" sz="900" b="0" i="0" dirty="0">
                <a:effectLst/>
                <a:latin typeface="Segoe UI" panose="020B0502040204020203" pitchFamily="34" charset="0"/>
              </a:rPr>
              <a:t>. Specific resources run or are used in a public cloud, and others run or are used in a private cloud.</a:t>
            </a:r>
          </a:p>
          <a:p>
            <a:pPr algn="l">
              <a:buFont typeface="Arial" panose="020B0604020202020204" pitchFamily="34" charset="0"/>
              <a:buChar char="•"/>
            </a:pPr>
            <a:r>
              <a:rPr lang="en-US" sz="900" b="1" i="0" dirty="0">
                <a:effectLst/>
                <a:latin typeface="Segoe UI" panose="020B0502040204020203" pitchFamily="34" charset="0"/>
              </a:rPr>
              <a:t>Cost and efficiency</a:t>
            </a:r>
            <a:r>
              <a:rPr lang="en-US" sz="900" b="0" i="0" dirty="0">
                <a:effectLst/>
                <a:latin typeface="Segoe UI" panose="020B0502040204020203" pitchFamily="34" charset="0"/>
              </a:rPr>
              <a:t>. Hybrid cloud models allow an organization to leverage some of the benefits of cost, efficiency, and scale that are available with a public cloud model.</a:t>
            </a:r>
          </a:p>
          <a:p>
            <a:pPr algn="l">
              <a:buFont typeface="Arial" panose="020B0604020202020204" pitchFamily="34" charset="0"/>
              <a:buChar char="•"/>
            </a:pPr>
            <a:r>
              <a:rPr lang="en-US" sz="900" b="1" i="0" dirty="0">
                <a:effectLst/>
                <a:latin typeface="Segoe UI" panose="020B0502040204020203" pitchFamily="34" charset="0"/>
              </a:rPr>
              <a:t>Control</a:t>
            </a:r>
            <a:r>
              <a:rPr lang="en-US" sz="900" b="0" i="0" dirty="0">
                <a:effectLst/>
                <a:latin typeface="Segoe UI" panose="020B0502040204020203" pitchFamily="34" charset="0"/>
              </a:rPr>
              <a:t>. Organizations retain management control in private clouds.</a:t>
            </a:r>
          </a:p>
          <a:p>
            <a:pPr algn="l">
              <a:buFont typeface="Arial" panose="020B0604020202020204" pitchFamily="34" charset="0"/>
              <a:buChar char="•"/>
            </a:pPr>
            <a:r>
              <a:rPr lang="en-US" sz="900" b="1" i="0" dirty="0">
                <a:effectLst/>
                <a:latin typeface="Segoe UI" panose="020B0502040204020203" pitchFamily="34" charset="0"/>
              </a:rPr>
              <a:t>Skills</a:t>
            </a:r>
            <a:r>
              <a:rPr lang="en-US" sz="900" b="0" i="0" dirty="0">
                <a:effectLst/>
                <a:latin typeface="Segoe UI" panose="020B0502040204020203" pitchFamily="34" charset="0"/>
              </a:rPr>
              <a:t>. Technical skills are still required to maintain the private cloud and ensure both cloud models can operate together.</a:t>
            </a:r>
          </a:p>
          <a:p>
            <a:endParaRPr lang="en-IE" sz="900" b="0" i="0" u="none" strike="noStrike" kern="1200" dirty="0">
              <a:solidFill>
                <a:schemeClr val="tx1"/>
              </a:solidFill>
              <a:effectLst/>
              <a:latin typeface="Segoe UI Light" pitchFamily="34" charset="0"/>
              <a:ea typeface="+mn-ea"/>
              <a:cs typeface="+mn-cs"/>
            </a:endParaRPr>
          </a:p>
          <a:p>
            <a:r>
              <a:rPr lang="en-US" sz="900" b="1" i="0" u="none" strike="noStrike" kern="1200" dirty="0">
                <a:solidFill>
                  <a:schemeClr val="tx1"/>
                </a:solidFill>
                <a:effectLst/>
                <a:latin typeface="Segoe UI Light" pitchFamily="34" charset="0"/>
                <a:ea typeface="+mn-ea"/>
                <a:cs typeface="+mn-cs"/>
              </a:rPr>
              <a:t>Learn and SkillPipe content order note: </a:t>
            </a:r>
          </a:p>
          <a:p>
            <a:pPr marL="171450" indent="-171450">
              <a:buFont typeface="Arial" panose="020B0604020202020204" pitchFamily="34" charset="0"/>
              <a:buChar char="•"/>
            </a:pPr>
            <a:r>
              <a:rPr lang="en-US" sz="900" b="0" i="0" u="none" strike="noStrike" kern="1200" dirty="0">
                <a:solidFill>
                  <a:schemeClr val="tx1"/>
                </a:solidFill>
                <a:effectLst/>
                <a:latin typeface="Segoe UI Light" pitchFamily="34" charset="0"/>
                <a:ea typeface="+mn-ea"/>
                <a:cs typeface="+mn-cs"/>
              </a:rPr>
              <a:t>Slides 7-10 https://docs.microsoft.com/en-us/learn/modules/fundamental-azure-concepts/types-of-cloud-computing</a:t>
            </a:r>
          </a:p>
          <a:p>
            <a:endParaRPr lang="en-IE" sz="900" b="0" i="0" u="none" strike="noStrike"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10186820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1" i="0" u="none" strike="noStrike" kern="1200" dirty="0">
                <a:solidFill>
                  <a:schemeClr val="tx1"/>
                </a:solidFill>
                <a:effectLst/>
                <a:latin typeface="Segoe UI Light" pitchFamily="34" charset="0"/>
                <a:ea typeface="+mn-ea"/>
                <a:cs typeface="+mn-cs"/>
              </a:rPr>
              <a:t>Learn and SkillPipe content order note: </a:t>
            </a:r>
          </a:p>
          <a:p>
            <a:pPr marL="171450" indent="-171450">
              <a:buFont typeface="Arial" panose="020B0604020202020204" pitchFamily="34" charset="0"/>
              <a:buChar char="•"/>
            </a:pPr>
            <a:r>
              <a:rPr lang="en-US" sz="900" b="0" i="0" u="none" strike="noStrike" kern="1200" dirty="0">
                <a:solidFill>
                  <a:schemeClr val="tx1"/>
                </a:solidFill>
                <a:effectLst/>
                <a:latin typeface="Segoe UI Light" pitchFamily="34" charset="0"/>
                <a:ea typeface="+mn-ea"/>
                <a:cs typeface="+mn-cs"/>
              </a:rPr>
              <a:t>Slides 7-10 https://docs.microsoft.com/en-us/learn/modules/fundamental-azure-concepts/types-of-cloud-computing</a:t>
            </a:r>
          </a:p>
          <a:p>
            <a:endParaRPr lang="en-US" sz="900"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5827160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900" b="0" i="0" u="none" strike="noStrike" kern="1200" dirty="0">
                <a:solidFill>
                  <a:schemeClr val="tx1"/>
                </a:solidFill>
                <a:effectLst/>
                <a:latin typeface="Segoe UI Light" pitchFamily="34" charset="0"/>
                <a:ea typeface="+mn-ea"/>
                <a:cs typeface="+mn-cs"/>
              </a:rPr>
              <a:t>There is a term reference guide available at </a:t>
            </a:r>
            <a:r>
              <a:rPr lang="en-IE" sz="900" u="sng" dirty="0"/>
              <a:t>https://azure.microsoft.com/en-us/overview/cloud-computing-dictionary/</a:t>
            </a:r>
          </a:p>
          <a:p>
            <a:endParaRPr lang="en-IE" sz="900" u="sng" dirty="0"/>
          </a:p>
          <a:p>
            <a:r>
              <a:rPr lang="en-US" b="1" dirty="0"/>
              <a:t>Learn and SkillPipe content order note: </a:t>
            </a:r>
          </a:p>
          <a:p>
            <a:pPr marL="171450" indent="-171450">
              <a:buFont typeface="Arial" panose="020B0604020202020204" pitchFamily="34" charset="0"/>
              <a:buChar char="•"/>
            </a:pPr>
            <a:r>
              <a:rPr lang="en-US" dirty="0"/>
              <a:t>Slides 11-15 https://docs.microsoft.com/en-us/learn/modules/fundamental-azure-concepts/benefits-of-cloud-computing</a:t>
            </a:r>
          </a:p>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19585196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Capital Expenditure (</a:t>
            </a:r>
            <a:r>
              <a:rPr lang="en-US" b="1" dirty="0" err="1"/>
              <a:t>CapEx</a:t>
            </a:r>
            <a:r>
              <a:rPr lang="en-US" b="1" dirty="0"/>
              <a:t>)</a:t>
            </a:r>
          </a:p>
          <a:p>
            <a:pPr lvl="1"/>
            <a:r>
              <a:rPr lang="en-US" sz="2400" dirty="0"/>
              <a:t>Spend on physical infrastructure upfront.</a:t>
            </a:r>
          </a:p>
          <a:p>
            <a:pPr lvl="1"/>
            <a:r>
              <a:rPr lang="en-US" sz="2400" dirty="0"/>
              <a:t>Deduct the expense from your tax bill.</a:t>
            </a:r>
          </a:p>
          <a:p>
            <a:pPr lvl="1"/>
            <a:r>
              <a:rPr lang="en-US" sz="2400" dirty="0"/>
              <a:t>High upfront cost, but the value of your 6investment reduces over time.</a:t>
            </a:r>
          </a:p>
          <a:p>
            <a:pPr lvl="1"/>
            <a:endParaRPr lang="en-US" b="1" dirty="0"/>
          </a:p>
          <a:p>
            <a:r>
              <a:rPr lang="en-US" b="1" dirty="0"/>
              <a:t>Operational Expenditure (</a:t>
            </a:r>
            <a:r>
              <a:rPr lang="en-US" b="1" dirty="0" err="1"/>
              <a:t>OpEx</a:t>
            </a:r>
            <a:r>
              <a:rPr lang="en-US" b="1" dirty="0"/>
              <a:t>)</a:t>
            </a:r>
            <a:r>
              <a:rPr lang="en-US" dirty="0"/>
              <a:t> </a:t>
            </a:r>
          </a:p>
          <a:p>
            <a:pPr lvl="1"/>
            <a:r>
              <a:rPr lang="en-US" sz="2400" dirty="0"/>
              <a:t>Spend on services or products as needed.</a:t>
            </a:r>
          </a:p>
          <a:p>
            <a:pPr lvl="1"/>
            <a:r>
              <a:rPr lang="en-US" sz="2400" dirty="0"/>
              <a:t>Get billed immediately.</a:t>
            </a:r>
          </a:p>
          <a:p>
            <a:pPr lvl="1"/>
            <a:r>
              <a:rPr lang="en-US" sz="2400" dirty="0"/>
              <a:t>Deduct the expense from your tax bill in the same year.</a:t>
            </a:r>
          </a:p>
          <a:p>
            <a:pPr lvl="1"/>
            <a:r>
              <a:rPr lang="en-US" sz="2400" dirty="0"/>
              <a:t>No upfront cost, pay-as-you use.</a:t>
            </a:r>
          </a:p>
          <a:p>
            <a:endParaRPr lang="en-US" dirty="0"/>
          </a:p>
          <a:p>
            <a:r>
              <a:rPr lang="en-US" b="1" dirty="0"/>
              <a:t>Learn and SkillPipe content order note: </a:t>
            </a:r>
          </a:p>
          <a:p>
            <a:pPr marL="171450" indent="-171450">
              <a:buFont typeface="Arial" panose="020B0604020202020204" pitchFamily="34" charset="0"/>
              <a:buChar char="•"/>
            </a:pPr>
            <a:r>
              <a:rPr lang="en-US" dirty="0"/>
              <a:t>Slides 11-15 https://docs.microsoft.com/en-us/learn/modules/fundamental-azure-concepts/benefits-of-cloud-computing</a:t>
            </a:r>
          </a:p>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3/4/2026 7:36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35653978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2000" b="0" i="0" dirty="0">
                <a:effectLst/>
                <a:latin typeface="Segoe UI" panose="020B0502040204020203" pitchFamily="34" charset="0"/>
              </a:rPr>
              <a:t>This consumption-based model brings with it many benefits, including:</a:t>
            </a:r>
          </a:p>
          <a:p>
            <a:pPr algn="l">
              <a:buFont typeface="Arial" panose="020B0604020202020204" pitchFamily="34" charset="0"/>
              <a:buChar char="•"/>
            </a:pPr>
            <a:r>
              <a:rPr lang="en-US" sz="2000" b="0" i="0" dirty="0">
                <a:effectLst/>
                <a:latin typeface="Segoe UI" panose="020B0502040204020203" pitchFamily="34" charset="0"/>
              </a:rPr>
              <a:t>No upfront costs.</a:t>
            </a:r>
          </a:p>
          <a:p>
            <a:pPr algn="l">
              <a:buFont typeface="Arial" panose="020B0604020202020204" pitchFamily="34" charset="0"/>
              <a:buChar char="•"/>
            </a:pPr>
            <a:r>
              <a:rPr lang="en-US" sz="2000" b="0" i="0" dirty="0">
                <a:effectLst/>
                <a:latin typeface="Segoe UI" panose="020B0502040204020203" pitchFamily="34" charset="0"/>
              </a:rPr>
              <a:t>No need to purchase and manage costly infrastructure that they may or may not use to its fullest.</a:t>
            </a:r>
          </a:p>
          <a:p>
            <a:pPr algn="l">
              <a:buFont typeface="Arial" panose="020B0604020202020204" pitchFamily="34" charset="0"/>
              <a:buChar char="•"/>
            </a:pPr>
            <a:r>
              <a:rPr lang="en-US" sz="2000" b="0" i="0" dirty="0">
                <a:effectLst/>
                <a:latin typeface="Segoe UI" panose="020B0502040204020203" pitchFamily="34" charset="0"/>
              </a:rPr>
              <a:t>The ability to pay for additional resources when they are needed.</a:t>
            </a:r>
          </a:p>
          <a:p>
            <a:pPr algn="l">
              <a:buFont typeface="Arial" panose="020B0604020202020204" pitchFamily="34" charset="0"/>
              <a:buChar char="•"/>
            </a:pPr>
            <a:r>
              <a:rPr lang="en-US" sz="2000" b="0" i="0" dirty="0">
                <a:effectLst/>
                <a:latin typeface="Segoe UI" panose="020B0502040204020203" pitchFamily="34" charset="0"/>
              </a:rPr>
              <a:t>The ability to stop paying for resources that are no longer needed.</a:t>
            </a:r>
          </a:p>
          <a:p>
            <a:pPr algn="l">
              <a:buFont typeface="Arial" panose="020B0604020202020204" pitchFamily="34" charset="0"/>
              <a:buChar char="•"/>
            </a:pPr>
            <a:endParaRPr lang="en-US" sz="2000" b="0" i="0" dirty="0">
              <a:effectLst/>
              <a:latin typeface="Segoe UI" panose="020B0502040204020203" pitchFamily="34" charset="0"/>
            </a:endParaRPr>
          </a:p>
          <a:p>
            <a:r>
              <a:rPr lang="en-US" sz="2000" dirty="0"/>
              <a:t>Learn/SkillPipe content note: </a:t>
            </a:r>
          </a:p>
          <a:p>
            <a:pPr marL="171450" indent="-171450">
              <a:buFont typeface="Arial" panose="020B0604020202020204" pitchFamily="34" charset="0"/>
              <a:buChar char="•"/>
            </a:pPr>
            <a:r>
              <a:rPr lang="en-US" sz="2000" dirty="0"/>
              <a:t>Slides 11-15 https://docs.microsoft.com/en-us/learn/modules/fundamental-azure-concepts/benefits-of-cloud-computing</a:t>
            </a:r>
          </a:p>
          <a:p>
            <a:pPr algn="l">
              <a:buFont typeface="Arial" panose="020B0604020202020204" pitchFamily="34" charset="0"/>
              <a:buChar char="•"/>
            </a:pPr>
            <a:endParaRPr lang="en-US" sz="2000" b="0" i="0" dirty="0">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3/4/2026 7:36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18414580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900" b="0" i="0" u="none" strike="noStrike" kern="1200" dirty="0">
                <a:solidFill>
                  <a:schemeClr val="tx1"/>
                </a:solidFill>
                <a:effectLst/>
                <a:latin typeface="Segoe UI Semilight" panose="020B0402040204020203" pitchFamily="34" charset="0"/>
                <a:ea typeface="+mn-ea"/>
                <a:cs typeface="Segoe UI Semilight" panose="020B0402040204020203" pitchFamily="34" charset="0"/>
              </a:rPr>
              <a:t>For more information on IaaS, visit </a:t>
            </a:r>
            <a:r>
              <a:rPr lang="en-IE" sz="900" u="sng" dirty="0"/>
              <a:t>https://azure.microsoft.com/en-us/overview/what-is-iaas/ </a:t>
            </a:r>
          </a:p>
          <a:p>
            <a:endParaRPr lang="en-IE" sz="900" u="sng" dirty="0">
              <a:latin typeface="Segoe UI Semilight" panose="020B0402040204020203" pitchFamily="34" charset="0"/>
              <a:cs typeface="Segoe UI Semilight" panose="020B0402040204020203" pitchFamily="34" charset="0"/>
            </a:endParaRPr>
          </a:p>
          <a:p>
            <a:pPr marL="342900" indent="-342900">
              <a:buFont typeface="Arial" panose="020B0604020202020204" pitchFamily="34" charset="0"/>
              <a:buChar char="•"/>
            </a:pPr>
            <a:r>
              <a:rPr lang="en-US" sz="2400" dirty="0">
                <a:latin typeface="Segoe UI Semilight" panose="020B0402040204020203" pitchFamily="34" charset="0"/>
                <a:cs typeface="Segoe UI Semilight" panose="020B0402040204020203" pitchFamily="34" charset="0"/>
              </a:rPr>
              <a:t>Most basic cloud computing services category.</a:t>
            </a:r>
          </a:p>
          <a:p>
            <a:pPr marL="342900" indent="-342900">
              <a:buFont typeface="Arial" panose="020B0604020202020204" pitchFamily="34" charset="0"/>
              <a:buChar char="•"/>
            </a:pPr>
            <a:r>
              <a:rPr lang="en-US" sz="2400" dirty="0">
                <a:latin typeface="Segoe UI Semilight" panose="020B0402040204020203" pitchFamily="34" charset="0"/>
                <a:cs typeface="Segoe UI Semilight" panose="020B0402040204020203" pitchFamily="34" charset="0"/>
              </a:rPr>
              <a:t>Build pay-as-you-go IT infrastructure by renting servers, virtual machines, storage, networks, and operating systems from a cloud provider.</a:t>
            </a:r>
          </a:p>
          <a:p>
            <a:pPr marL="342900" indent="-342900">
              <a:buFont typeface="Arial" panose="020B0604020202020204" pitchFamily="34" charset="0"/>
              <a:buChar char="•"/>
            </a:pPr>
            <a:r>
              <a:rPr lang="en-US" sz="2400" dirty="0">
                <a:latin typeface="Segoe UI Semilight" panose="020B0402040204020203" pitchFamily="34" charset="0"/>
                <a:cs typeface="Segoe UI Semilight" panose="020B0402040204020203" pitchFamily="34" charset="0"/>
              </a:rPr>
              <a:t>Instant computing infrastructure, provisioned and managed over the internet.</a:t>
            </a:r>
          </a:p>
          <a:p>
            <a:endParaRPr lang="en-US" sz="900" dirty="0">
              <a:latin typeface="Segoe UI Semilight" panose="020B0402040204020203" pitchFamily="34" charset="0"/>
              <a:cs typeface="Segoe UI Semilight" panose="020B0402040204020203" pitchFamily="34" charset="0"/>
            </a:endParaRPr>
          </a:p>
          <a:p>
            <a:r>
              <a:rPr lang="en-US" sz="900" b="1" dirty="0"/>
              <a:t>Learn and SkillPipe content order note: </a:t>
            </a:r>
          </a:p>
          <a:p>
            <a:pPr marL="171450" indent="-171450">
              <a:buFont typeface="Arial" panose="020B0604020202020204" pitchFamily="34" charset="0"/>
              <a:buChar char="•"/>
            </a:pPr>
            <a:r>
              <a:rPr lang="en-US" sz="900" dirty="0"/>
              <a:t>Slides 11-15 https://docs.microsoft.com/en-us/learn/modules/fundamental-azure-concepts/benefits-of-cloud-computing</a:t>
            </a:r>
          </a:p>
          <a:p>
            <a:endParaRPr lang="en-US" sz="900" dirty="0">
              <a:latin typeface="Segoe UI Semilight" panose="020B0402040204020203" pitchFamily="34" charset="0"/>
              <a:cs typeface="Segoe UI Semilight" panose="020B04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3/4/2026 7:36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4678491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900" b="0" i="0" u="none" strike="noStrike" kern="1200" dirty="0">
                <a:solidFill>
                  <a:schemeClr val="tx1"/>
                </a:solidFill>
                <a:effectLst/>
                <a:latin typeface="Segoe UI Semilight" panose="020B0402040204020203" pitchFamily="34" charset="0"/>
                <a:ea typeface="+mn-ea"/>
                <a:cs typeface="Segoe UI Semilight" panose="020B0402040204020203" pitchFamily="34" charset="0"/>
              </a:rPr>
              <a:t>For more information on PaaS, see </a:t>
            </a:r>
            <a:r>
              <a:rPr lang="en-IE" sz="900" u="sng" dirty="0"/>
              <a:t>https://azure.microsoft.com/en-us/overview/what-is-paas/</a:t>
            </a:r>
          </a:p>
          <a:p>
            <a:endParaRPr lang="en-IE" sz="900" u="sng" dirty="0"/>
          </a:p>
          <a:p>
            <a:pPr marL="342900" indent="-342900">
              <a:buFont typeface="Arial" panose="020B0604020202020204" pitchFamily="34" charset="0"/>
              <a:buChar char="•"/>
            </a:pPr>
            <a:r>
              <a:rPr lang="en-US" sz="2400" dirty="0">
                <a:latin typeface="Segoe UI Semilight" panose="020B0402040204020203" pitchFamily="34" charset="0"/>
                <a:cs typeface="Segoe UI Semilight" panose="020B0402040204020203" pitchFamily="34" charset="0"/>
              </a:rPr>
              <a:t>Provides environment for building, testing, and deploying software applications. </a:t>
            </a:r>
          </a:p>
          <a:p>
            <a:pPr marL="342900" indent="-342900">
              <a:buFont typeface="Arial" panose="020B0604020202020204" pitchFamily="34" charset="0"/>
              <a:buChar char="•"/>
            </a:pPr>
            <a:r>
              <a:rPr lang="en-US" sz="2400" dirty="0">
                <a:latin typeface="Segoe UI Semilight" panose="020B0402040204020203" pitchFamily="34" charset="0"/>
                <a:cs typeface="Segoe UI Semilight" panose="020B0402040204020203" pitchFamily="34" charset="0"/>
              </a:rPr>
              <a:t>Helps create applications quickly, without focusing on managing underlying infrastructure.</a:t>
            </a:r>
          </a:p>
          <a:p>
            <a:endParaRPr lang="en-US" sz="900" dirty="0"/>
          </a:p>
          <a:p>
            <a:r>
              <a:rPr lang="en-US" sz="900" b="1" dirty="0"/>
              <a:t>Learn and SkillPipe content order note: </a:t>
            </a:r>
          </a:p>
          <a:p>
            <a:pPr marL="171450" indent="-171450">
              <a:buFont typeface="Arial" panose="020B0604020202020204" pitchFamily="34" charset="0"/>
              <a:buChar char="•"/>
            </a:pPr>
            <a:r>
              <a:rPr lang="en-US" sz="900" dirty="0"/>
              <a:t>Slides 16-23 https://docs.microsoft.com/en-us/learn/modules/fundamental-azure-concepts/categories-of-cloud-services</a:t>
            </a:r>
          </a:p>
          <a:p>
            <a:endParaRPr lang="en-US" sz="900"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3/4/2026 7:36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10</a:t>
            </a:fld>
            <a:endParaRPr lang="en-US" dirty="0"/>
          </a:p>
        </p:txBody>
      </p:sp>
    </p:spTree>
    <p:extLst>
      <p:ext uri="{BB962C8B-B14F-4D97-AF65-F5344CB8AC3E}">
        <p14:creationId xmlns:p14="http://schemas.microsoft.com/office/powerpoint/2010/main" val="15138227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900" b="1" i="0" u="none" strike="noStrike" kern="1200" dirty="0">
                <a:solidFill>
                  <a:schemeClr val="tx1"/>
                </a:solidFill>
                <a:effectLst/>
                <a:latin typeface="Segoe UI Semilight" panose="020B0402040204020203" pitchFamily="34" charset="0"/>
                <a:ea typeface="+mn-ea"/>
                <a:cs typeface="Segoe UI Semilight" panose="020B0402040204020203" pitchFamily="34" charset="0"/>
              </a:rPr>
              <a:t>Common usage scenarios:</a:t>
            </a:r>
          </a:p>
          <a:p>
            <a:pPr marL="171450" indent="-171450">
              <a:buFont typeface="Arial" panose="020B0604020202020204" pitchFamily="34" charset="0"/>
              <a:buChar char="•"/>
            </a:pPr>
            <a:r>
              <a:rPr lang="en-IE" sz="900" b="0" i="0" u="none" strike="noStrike" kern="1200" dirty="0">
                <a:solidFill>
                  <a:schemeClr val="tx1"/>
                </a:solidFill>
                <a:effectLst/>
                <a:latin typeface="Segoe UI Semilight" panose="020B0402040204020203" pitchFamily="34" charset="0"/>
                <a:ea typeface="+mn-ea"/>
                <a:cs typeface="Segoe UI Semilight" panose="020B0402040204020203" pitchFamily="34" charset="0"/>
              </a:rPr>
              <a:t>Examples of Microsoft SaaS services include Microsoft Office 365, Skype, and Microsoft Dynamics CRM Online.</a:t>
            </a:r>
          </a:p>
          <a:p>
            <a:endParaRPr lang="en-US" sz="900" dirty="0">
              <a:latin typeface="Segoe UI Semilight" panose="020B0402040204020203" pitchFamily="34" charset="0"/>
              <a:cs typeface="Segoe UI Semilight" panose="020B0402040204020203" pitchFamily="34" charset="0"/>
            </a:endParaRPr>
          </a:p>
          <a:p>
            <a:r>
              <a:rPr lang="en-IE" sz="900" b="0" i="0" u="none" strike="noStrike" kern="1200" dirty="0">
                <a:solidFill>
                  <a:schemeClr val="tx1"/>
                </a:solidFill>
                <a:effectLst/>
                <a:latin typeface="Segoe UI Semilight" panose="020B0402040204020203" pitchFamily="34" charset="0"/>
                <a:ea typeface="+mn-ea"/>
                <a:cs typeface="Segoe UI Semilight" panose="020B0402040204020203" pitchFamily="34" charset="0"/>
              </a:rPr>
              <a:t>For more information on SaaS, see </a:t>
            </a:r>
            <a:r>
              <a:rPr lang="en-IE" sz="900" u="sng" dirty="0"/>
              <a:t>https://azure.microsoft.com/en-us/overview/what-is-saas/</a:t>
            </a:r>
          </a:p>
          <a:p>
            <a:endParaRPr lang="en-IE" sz="900" u="sng" dirty="0">
              <a:latin typeface="Segoe UI Semilight" panose="020B0402040204020203" pitchFamily="34" charset="0"/>
              <a:cs typeface="Segoe UI Semilight" panose="020B0402040204020203" pitchFamily="34" charset="0"/>
            </a:endParaRPr>
          </a:p>
          <a:p>
            <a:r>
              <a:rPr lang="en-US" sz="900" b="1" dirty="0"/>
              <a:t>Learn and SkillPipe content order note: </a:t>
            </a:r>
          </a:p>
          <a:p>
            <a:pPr marL="171450" indent="-171450">
              <a:buFont typeface="Arial" panose="020B0604020202020204" pitchFamily="34" charset="0"/>
              <a:buChar char="•"/>
            </a:pPr>
            <a:r>
              <a:rPr lang="en-US" sz="900" dirty="0"/>
              <a:t>Slides 16-23 https://docs.microsoft.com/en-us/learn/modules/fundamental-azure-concepts/categories-of-cloud-services</a:t>
            </a:r>
          </a:p>
          <a:p>
            <a:endParaRPr lang="en-US" sz="900" dirty="0">
              <a:latin typeface="Segoe UI Semilight" panose="020B0402040204020203" pitchFamily="34" charset="0"/>
              <a:cs typeface="Segoe UI Semilight" panose="020B0402040204020203" pitchFamily="34" charset="0"/>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11</a:t>
            </a:fld>
            <a:endParaRPr lang="en-US"/>
          </a:p>
        </p:txBody>
      </p:sp>
    </p:spTree>
    <p:extLst>
      <p:ext uri="{BB962C8B-B14F-4D97-AF65-F5344CB8AC3E}">
        <p14:creationId xmlns:p14="http://schemas.microsoft.com/office/powerpoint/2010/main" val="27091234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dirty="0"/>
              <a:t>The slide contains only so</a:t>
            </a:r>
          </a:p>
          <a:p>
            <a:endParaRPr lang="en-US" sz="900" dirty="0"/>
          </a:p>
          <a:p>
            <a:r>
              <a:rPr lang="en-US" sz="900" b="1" dirty="0"/>
              <a:t>Learn and SkillPipe content order note: </a:t>
            </a:r>
          </a:p>
          <a:p>
            <a:pPr marL="171450" indent="-171450">
              <a:buFont typeface="Arial" panose="020B0604020202020204" pitchFamily="34" charset="0"/>
              <a:buChar char="•"/>
            </a:pPr>
            <a:r>
              <a:rPr lang="en-US" sz="900" dirty="0"/>
              <a:t>Slides 16-23 https://docs.microsoft.com/en-us/learn/modules/fundamental-azure-concepts/categories-of-cloud-services</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12</a:t>
            </a:fld>
            <a:endParaRPr lang="en-US"/>
          </a:p>
        </p:txBody>
      </p:sp>
    </p:spTree>
    <p:extLst>
      <p:ext uri="{BB962C8B-B14F-4D97-AF65-F5344CB8AC3E}">
        <p14:creationId xmlns:p14="http://schemas.microsoft.com/office/powerpoint/2010/main" val="31416911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IaaS, PaaS, and SaaS have dedicated topics, coming up. </a:t>
            </a:r>
          </a:p>
          <a:p>
            <a:endParaRPr lang="en-US" dirty="0"/>
          </a:p>
          <a:p>
            <a:r>
              <a:rPr lang="en-US" sz="800" b="1" dirty="0"/>
              <a:t>Learn and SkillPipe content order note: </a:t>
            </a:r>
          </a:p>
          <a:p>
            <a:pPr marL="171450" indent="-171450">
              <a:buFont typeface="Arial" panose="020B0604020202020204" pitchFamily="34" charset="0"/>
              <a:buChar char="•"/>
            </a:pPr>
            <a:r>
              <a:rPr lang="en-US" sz="800" dirty="0"/>
              <a:t>Slides 16-23 https://docs.microsoft.com/en-us/learn/modules/fundamental-azure-concepts/categories-of-cloud-services</a:t>
            </a:r>
          </a:p>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13</a:t>
            </a:fld>
            <a:endParaRPr lang="en-US"/>
          </a:p>
        </p:txBody>
      </p:sp>
    </p:spTree>
    <p:extLst>
      <p:ext uri="{BB962C8B-B14F-4D97-AF65-F5344CB8AC3E}">
        <p14:creationId xmlns:p14="http://schemas.microsoft.com/office/powerpoint/2010/main" val="37844749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1400" b="1" kern="1200" dirty="0">
                <a:solidFill>
                  <a:schemeClr val="tx1"/>
                </a:solidFill>
                <a:effectLst/>
                <a:latin typeface="Segoe UI Light" pitchFamily="34" charset="0"/>
                <a:ea typeface="+mn-ea"/>
                <a:cs typeface="+mn-cs"/>
              </a:rPr>
              <a:t>Learn and SkillPipe content order note:</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1200" b="0" i="0" u="none" strike="noStrike" kern="1200" dirty="0">
                <a:solidFill>
                  <a:schemeClr val="tx1"/>
                </a:solidFill>
                <a:effectLst/>
                <a:latin typeface="Segoe UI Light" pitchFamily="34" charset="0"/>
                <a:ea typeface="+mn-ea"/>
                <a:cs typeface="+mn-cs"/>
              </a:rPr>
              <a:t>Multiple Learn units cover the content in slide 13-15</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1200" b="0" i="0" u="none" strike="noStrike" kern="1200" dirty="0">
                <a:solidFill>
                  <a:schemeClr val="tx1"/>
                </a:solidFill>
                <a:effectLst/>
                <a:latin typeface="Segoe UI Light" pitchFamily="34" charset="0"/>
                <a:ea typeface="+mn-ea"/>
                <a:cs typeface="+mn-cs"/>
              </a:rPr>
              <a:t>https://docs.microsoft.com/en-us/learn/modules/management-fundamentals/1-introduction</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1200" b="0" i="0" u="none" strike="noStrike" kern="1200" dirty="0">
                <a:solidFill>
                  <a:schemeClr val="tx1"/>
                </a:solidFill>
                <a:effectLst/>
                <a:latin typeface="Segoe UI Light" pitchFamily="34" charset="0"/>
                <a:ea typeface="+mn-ea"/>
                <a:cs typeface="+mn-cs"/>
              </a:rPr>
              <a:t>https://docs.microsoft.com/en-us/learn/modules/management-fundamentals/2-identify-product-options</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1200" b="0" i="0" u="none" strike="noStrike" kern="1200" dirty="0">
                <a:solidFill>
                  <a:schemeClr val="tx1"/>
                </a:solidFill>
                <a:effectLst/>
                <a:latin typeface="Segoe UI Light" pitchFamily="34" charset="0"/>
                <a:ea typeface="+mn-ea"/>
                <a:cs typeface="+mn-cs"/>
              </a:rPr>
              <a:t>https://docs.microsoft.com/en-us/learn/modules/management-fundamentals/3-analyze-decision-criteria</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1200" b="0" i="0" u="none" strike="noStrike" kern="1200" dirty="0">
                <a:solidFill>
                  <a:schemeClr val="tx1"/>
                </a:solidFill>
                <a:effectLst/>
                <a:latin typeface="Segoe UI Light" pitchFamily="34" charset="0"/>
                <a:ea typeface="+mn-ea"/>
                <a:cs typeface="+mn-cs"/>
              </a:rPr>
              <a:t>https://docs.microsoft.com/en-us/learn/modules/management-fundamentals/4-use-azure-portal</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1200" b="0" i="0" u="none" strike="noStrike" kern="1200" dirty="0">
                <a:solidFill>
                  <a:schemeClr val="tx1"/>
                </a:solidFill>
                <a:effectLst/>
                <a:latin typeface="Segoe UI Light" pitchFamily="34" charset="0"/>
                <a:ea typeface="+mn-ea"/>
                <a:cs typeface="+mn-cs"/>
              </a:rPr>
              <a:t>https://docs.microsoft.com/en-us/learn/modules/management-fundamentals/5-use-azure-powershell</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1200" b="0" i="0" u="none" strike="noStrike" kern="1200" dirty="0">
                <a:solidFill>
                  <a:schemeClr val="tx1"/>
                </a:solidFill>
                <a:effectLst/>
                <a:latin typeface="Segoe UI Light" pitchFamily="34" charset="0"/>
                <a:ea typeface="+mn-ea"/>
                <a:cs typeface="+mn-cs"/>
              </a:rPr>
              <a:t>https://docs.microsoft.com/en-us/learn/modules/management-fundamentals/6-use-azure-cli</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1200" b="0" i="0" u="none" strike="noStrike" kern="1200" dirty="0">
                <a:solidFill>
                  <a:schemeClr val="tx1"/>
                </a:solidFill>
                <a:effectLst/>
                <a:latin typeface="Segoe UI Light" pitchFamily="34" charset="0"/>
                <a:ea typeface="+mn-ea"/>
                <a:cs typeface="+mn-cs"/>
              </a:rPr>
              <a:t>https://docs.microsoft.com/en-us/learn/modules/management-fundamentals/7-use-azure-mobile-app</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IE" sz="1200" b="0" i="0" u="none" strike="noStrike" kern="1200" dirty="0">
              <a:solidFill>
                <a:schemeClr val="tx1"/>
              </a:solidFill>
              <a:effectLst/>
              <a:latin typeface="Segoe UI Light" pitchFamily="34" charset="0"/>
              <a:ea typeface="+mn-ea"/>
              <a:cs typeface="+mn-cs"/>
            </a:endParaRPr>
          </a:p>
          <a:p>
            <a:endParaRPr lang="en-US" dirty="0"/>
          </a:p>
          <a:p>
            <a:endParaRPr lang="en-US" dirty="0"/>
          </a:p>
        </p:txBody>
      </p:sp>
      <p:sp>
        <p:nvSpPr>
          <p:cNvPr id="4" name="Slide Number Placeholder 3"/>
          <p:cNvSpPr>
            <a:spLocks noGrp="1"/>
          </p:cNvSpPr>
          <p:nvPr>
            <p:ph type="sldNum" sz="quarter" idx="5"/>
          </p:nvPr>
        </p:nvSpPr>
        <p:spPr/>
        <p:txBody>
          <a:bodyPr/>
          <a:lstStyle/>
          <a:p>
            <a:fld id="{560F4860-B975-4C5E-9E23-C8E24EBF595D}" type="slidenum">
              <a:rPr lang="en-US" smtClean="0"/>
              <a:t>14</a:t>
            </a:fld>
            <a:endParaRPr lang="en-US"/>
          </a:p>
        </p:txBody>
      </p:sp>
    </p:spTree>
    <p:extLst>
      <p:ext uri="{BB962C8B-B14F-4D97-AF65-F5344CB8AC3E}">
        <p14:creationId xmlns:p14="http://schemas.microsoft.com/office/powerpoint/2010/main" val="31555244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1000" b="1" kern="1200" dirty="0">
                <a:solidFill>
                  <a:schemeClr val="tx1"/>
                </a:solidFill>
                <a:effectLst/>
                <a:latin typeface="Segoe UI Light" pitchFamily="34" charset="0"/>
                <a:ea typeface="+mn-ea"/>
                <a:cs typeface="+mn-cs"/>
              </a:rPr>
              <a:t>Learn and SkillPipe content order note:</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900" b="0" i="0" u="none" strike="noStrike" kern="1200" dirty="0">
                <a:solidFill>
                  <a:schemeClr val="tx1"/>
                </a:solidFill>
                <a:effectLst/>
                <a:latin typeface="Segoe UI Light" pitchFamily="34" charset="0"/>
                <a:ea typeface="+mn-ea"/>
                <a:cs typeface="+mn-cs"/>
              </a:rPr>
              <a:t>Multiple Learn units cover the content in slide 13-15</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900" b="0" i="0" u="none" strike="noStrike" kern="1200" dirty="0">
                <a:solidFill>
                  <a:schemeClr val="tx1"/>
                </a:solidFill>
                <a:effectLst/>
                <a:latin typeface="Segoe UI Light" pitchFamily="34" charset="0"/>
                <a:ea typeface="+mn-ea"/>
                <a:cs typeface="+mn-cs"/>
              </a:rPr>
              <a:t>https://docs.microsoft.com/en-us/learn/modules/management-fundamentals/1-introduction</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900" b="0" i="0" u="none" strike="noStrike" kern="1200" dirty="0">
                <a:solidFill>
                  <a:schemeClr val="tx1"/>
                </a:solidFill>
                <a:effectLst/>
                <a:latin typeface="Segoe UI Light" pitchFamily="34" charset="0"/>
                <a:ea typeface="+mn-ea"/>
                <a:cs typeface="+mn-cs"/>
              </a:rPr>
              <a:t>https://docs.microsoft.com/en-us/learn/modules/management-fundamentals/2-identify-product-options</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900" b="0" i="0" u="none" strike="noStrike" kern="1200" dirty="0">
                <a:solidFill>
                  <a:schemeClr val="tx1"/>
                </a:solidFill>
                <a:effectLst/>
                <a:latin typeface="Segoe UI Light" pitchFamily="34" charset="0"/>
                <a:ea typeface="+mn-ea"/>
                <a:cs typeface="+mn-cs"/>
              </a:rPr>
              <a:t>https://docs.microsoft.com/en-us/learn/modules/management-fundamentals/3-analyze-decision-criteria</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900" b="0" i="0" u="none" strike="noStrike" kern="1200" dirty="0">
                <a:solidFill>
                  <a:schemeClr val="tx1"/>
                </a:solidFill>
                <a:effectLst/>
                <a:latin typeface="Segoe UI Light" pitchFamily="34" charset="0"/>
                <a:ea typeface="+mn-ea"/>
                <a:cs typeface="+mn-cs"/>
              </a:rPr>
              <a:t>https://docs.microsoft.com/en-us/learn/modules/management-fundamentals/4-use-azure-portal</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900" b="0" i="0" u="none" strike="noStrike" kern="1200" dirty="0">
                <a:solidFill>
                  <a:schemeClr val="tx1"/>
                </a:solidFill>
                <a:effectLst/>
                <a:latin typeface="Segoe UI Light" pitchFamily="34" charset="0"/>
                <a:ea typeface="+mn-ea"/>
                <a:cs typeface="+mn-cs"/>
              </a:rPr>
              <a:t>https://docs.microsoft.com/en-us/learn/modules/management-fundamentals/5-use-azure-powershell</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900" b="0" i="0" u="none" strike="noStrike" kern="1200" dirty="0">
                <a:solidFill>
                  <a:schemeClr val="tx1"/>
                </a:solidFill>
                <a:effectLst/>
                <a:latin typeface="Segoe UI Light" pitchFamily="34" charset="0"/>
                <a:ea typeface="+mn-ea"/>
                <a:cs typeface="+mn-cs"/>
              </a:rPr>
              <a:t>https://docs.microsoft.com/en-us/learn/modules/management-fundamentals/6-use-azure-cli</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900" b="0" i="0" u="none" strike="noStrike" kern="1200" dirty="0">
                <a:solidFill>
                  <a:schemeClr val="tx1"/>
                </a:solidFill>
                <a:effectLst/>
                <a:latin typeface="Segoe UI Light" pitchFamily="34" charset="0"/>
                <a:ea typeface="+mn-ea"/>
                <a:cs typeface="+mn-cs"/>
              </a:rPr>
              <a:t>https://docs.microsoft.com/en-us/learn/modules/management-fundamentals/7-use-azure-mobile-app</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IE" sz="900" b="0" i="0" u="none" strike="noStrike" kern="1200" dirty="0">
              <a:solidFill>
                <a:schemeClr val="tx1"/>
              </a:solidFill>
              <a:effectLst/>
              <a:latin typeface="Segoe UI Light" pitchFamily="34" charset="0"/>
              <a:ea typeface="+mn-ea"/>
              <a:cs typeface="+mn-cs"/>
            </a:endParaRPr>
          </a:p>
          <a:p>
            <a:endParaRPr lang="en-US" sz="900" dirty="0"/>
          </a:p>
          <a:p>
            <a:endParaRPr lang="en-IE" sz="900" u="sng"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15</a:t>
            </a:fld>
            <a:endParaRPr lang="en-US"/>
          </a:p>
        </p:txBody>
      </p:sp>
    </p:spTree>
    <p:extLst>
      <p:ext uri="{BB962C8B-B14F-4D97-AF65-F5344CB8AC3E}">
        <p14:creationId xmlns:p14="http://schemas.microsoft.com/office/powerpoint/2010/main" val="13902476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00" b="1" i="0" u="none" strike="noStrike" kern="1200" dirty="0">
                <a:solidFill>
                  <a:schemeClr val="tx1"/>
                </a:solidFill>
                <a:effectLst/>
                <a:latin typeface="Segoe UI Light" pitchFamily="34" charset="0"/>
                <a:ea typeface="+mn-ea"/>
                <a:cs typeface="+mn-cs"/>
              </a:rPr>
              <a:t>Learn and SkillPipe content order note: </a:t>
            </a:r>
          </a:p>
          <a:p>
            <a:pPr marL="171450" indent="-171450">
              <a:buFont typeface="Arial" panose="020B0604020202020204" pitchFamily="34" charset="0"/>
              <a:buChar char="•"/>
            </a:pPr>
            <a:r>
              <a:rPr lang="en-US" sz="800" b="0" i="0" u="none" strike="noStrike" kern="1200" dirty="0">
                <a:solidFill>
                  <a:schemeClr val="tx1"/>
                </a:solidFill>
                <a:effectLst/>
                <a:latin typeface="Segoe UI Light" pitchFamily="34" charset="0"/>
                <a:ea typeface="+mn-ea"/>
                <a:cs typeface="+mn-cs"/>
              </a:rPr>
              <a:t>Slides 3-5 </a:t>
            </a:r>
          </a:p>
          <a:p>
            <a:pPr marL="0" indent="0">
              <a:buFont typeface="Arial" panose="020B0604020202020204" pitchFamily="34" charset="0"/>
              <a:buNone/>
            </a:pPr>
            <a:r>
              <a:rPr lang="en-US" sz="800" b="0" i="0" u="none" strike="noStrike" kern="1200" dirty="0">
                <a:solidFill>
                  <a:schemeClr val="tx1"/>
                </a:solidFill>
                <a:effectLst/>
                <a:latin typeface="Segoe UI Light" pitchFamily="34" charset="0"/>
                <a:ea typeface="+mn-ea"/>
                <a:cs typeface="+mn-cs"/>
              </a:rPr>
              <a:t>https://docs.microsoft.com/en-us/learn/modules/azure-architecture-fundamentals/introduction</a:t>
            </a:r>
          </a:p>
          <a:p>
            <a:pPr marL="0" indent="0">
              <a:buFont typeface="Arial" panose="020B0604020202020204" pitchFamily="34" charset="0"/>
              <a:buNone/>
            </a:pPr>
            <a:r>
              <a:rPr lang="en-US" dirty="0"/>
              <a:t>https://docs.microsoft.com/en-us/learn/modules/azure-architecture-fundamentals/overview</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3/4/2026 7:36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16</a:t>
            </a:fld>
            <a:endParaRPr lang="en-US"/>
          </a:p>
        </p:txBody>
      </p:sp>
    </p:spTree>
    <p:extLst>
      <p:ext uri="{BB962C8B-B14F-4D97-AF65-F5344CB8AC3E}">
        <p14:creationId xmlns:p14="http://schemas.microsoft.com/office/powerpoint/2010/main" val="27490326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5425" indent="-225425">
              <a:buFont typeface="Arial" panose="020B0604020202020204" pitchFamily="34" charset="0"/>
              <a:buChar char="•"/>
            </a:pPr>
            <a:r>
              <a:rPr lang="en-IE" sz="2400" dirty="0">
                <a:latin typeface="Segoe UI Semilight"/>
                <a:cs typeface="Segoe UI Semilight"/>
              </a:rPr>
              <a:t>A region represents a collection of </a:t>
            </a:r>
            <a:r>
              <a:rPr lang="en-IE" sz="2400" dirty="0" err="1">
                <a:latin typeface="Segoe UI Semilight"/>
                <a:cs typeface="Segoe UI Semilight"/>
              </a:rPr>
              <a:t>datacenters</a:t>
            </a:r>
            <a:r>
              <a:rPr lang="en-IE" sz="2400" dirty="0">
                <a:latin typeface="Segoe UI Semilight"/>
                <a:cs typeface="Segoe UI Semilight"/>
              </a:rPr>
              <a:t>.</a:t>
            </a:r>
            <a:endParaRPr lang="en-IE" sz="2400" dirty="0"/>
          </a:p>
          <a:p>
            <a:pPr marL="225425" indent="-225425">
              <a:buFont typeface="Arial" panose="020B0604020202020204" pitchFamily="34" charset="0"/>
              <a:buChar char="•"/>
            </a:pPr>
            <a:r>
              <a:rPr lang="en-IE" sz="2400" dirty="0"/>
              <a:t>Provide flexibility and scale.</a:t>
            </a:r>
          </a:p>
          <a:p>
            <a:pPr marL="225425" indent="-225425">
              <a:buFont typeface="Arial" panose="020B0604020202020204" pitchFamily="34" charset="0"/>
              <a:buChar char="•"/>
            </a:pPr>
            <a:r>
              <a:rPr lang="en-IE" sz="2400" dirty="0"/>
              <a:t>Preserve data residency.</a:t>
            </a:r>
          </a:p>
          <a:p>
            <a:pPr marL="225425" indent="-225425">
              <a:buFont typeface="Arial" panose="020B0604020202020204" pitchFamily="34" charset="0"/>
              <a:buChar char="•"/>
            </a:pPr>
            <a:r>
              <a:rPr lang="en-IE" sz="2400" dirty="0"/>
              <a:t>Select regions close to your users.</a:t>
            </a:r>
          </a:p>
          <a:p>
            <a:pPr marL="225425" indent="-225425">
              <a:buFont typeface="Arial" panose="020B0604020202020204" pitchFamily="34" charset="0"/>
              <a:buChar char="•"/>
            </a:pPr>
            <a:r>
              <a:rPr lang="en-IE" sz="2400" dirty="0">
                <a:latin typeface="Segoe UI Semilight"/>
                <a:cs typeface="Segoe UI Semilight"/>
              </a:rPr>
              <a:t>Be aware of region deployment availability.</a:t>
            </a:r>
            <a:endParaRPr lang="en-IE" sz="2400" dirty="0"/>
          </a:p>
          <a:p>
            <a:pPr marL="225425" indent="-225425">
              <a:buFont typeface="Arial" panose="020B0604020202020204" pitchFamily="34" charset="0"/>
              <a:buChar char="•"/>
            </a:pPr>
            <a:r>
              <a:rPr lang="en-IE" sz="2400" dirty="0">
                <a:latin typeface="Segoe UI Semilight"/>
                <a:cs typeface="Segoe UI Semilight"/>
              </a:rPr>
              <a:t>There are global services that are region independent.</a:t>
            </a:r>
          </a:p>
          <a:p>
            <a:endParaRPr lang="en-IE" sz="900" b="0" i="0" u="none" strike="noStrike" kern="1200" dirty="0">
              <a:solidFill>
                <a:schemeClr val="tx1"/>
              </a:solidFill>
              <a:effectLst/>
              <a:latin typeface="Segoe UI Light" pitchFamily="34" charset="0"/>
              <a:ea typeface="+mn-ea"/>
              <a:cs typeface="+mn-cs"/>
            </a:endParaRPr>
          </a:p>
          <a:p>
            <a:r>
              <a:rPr lang="en-IE" sz="900" b="0" i="0" u="none" strike="noStrike" kern="1200" dirty="0">
                <a:solidFill>
                  <a:schemeClr val="tx1"/>
                </a:solidFill>
                <a:effectLst/>
                <a:latin typeface="Segoe UI Light" pitchFamily="34" charset="0"/>
                <a:ea typeface="+mn-ea"/>
                <a:cs typeface="+mn-cs"/>
              </a:rPr>
              <a:t>A list of regions and their locations is available at </a:t>
            </a:r>
            <a:r>
              <a:rPr lang="en-IE" sz="900" u="sng" dirty="0"/>
              <a:t>https://azure.microsoft.com/en-us/global-infrastructure/locations/</a:t>
            </a:r>
          </a:p>
          <a:p>
            <a:endParaRPr lang="en-IE" sz="900" u="sng" dirty="0"/>
          </a:p>
          <a:p>
            <a:r>
              <a:rPr lang="en-US" sz="900" b="1" i="0" u="none" strike="noStrike" kern="1200" dirty="0">
                <a:solidFill>
                  <a:schemeClr val="tx1"/>
                </a:solidFill>
                <a:effectLst/>
                <a:latin typeface="Segoe UI Light" pitchFamily="34" charset="0"/>
                <a:ea typeface="+mn-ea"/>
                <a:cs typeface="+mn-cs"/>
              </a:rPr>
              <a:t>Learn and SkillPipe content order note: </a:t>
            </a:r>
          </a:p>
          <a:p>
            <a:pPr marL="171450" indent="-171450">
              <a:buFont typeface="Arial" panose="020B0604020202020204" pitchFamily="34" charset="0"/>
              <a:buChar char="•"/>
            </a:pPr>
            <a:r>
              <a:rPr lang="en-US" sz="900" b="0" i="0" u="none" strike="noStrike" kern="1200" dirty="0">
                <a:solidFill>
                  <a:schemeClr val="tx1"/>
                </a:solidFill>
                <a:effectLst/>
                <a:latin typeface="Segoe UI Light" pitchFamily="34" charset="0"/>
                <a:ea typeface="+mn-ea"/>
                <a:cs typeface="+mn-cs"/>
              </a:rPr>
              <a:t>Slides 6-10</a:t>
            </a:r>
          </a:p>
          <a:p>
            <a:pPr marL="0" indent="0">
              <a:buFont typeface="Arial" panose="020B0604020202020204" pitchFamily="34" charset="0"/>
              <a:buNone/>
            </a:pPr>
            <a:r>
              <a:rPr lang="en-US" sz="900" b="0" i="0" u="none" strike="noStrike" kern="1200" dirty="0">
                <a:solidFill>
                  <a:schemeClr val="tx1"/>
                </a:solidFill>
                <a:effectLst/>
                <a:latin typeface="Segoe UI Light" pitchFamily="34" charset="0"/>
                <a:ea typeface="+mn-ea"/>
                <a:cs typeface="+mn-cs"/>
              </a:rPr>
              <a:t>https://docs.microsoft.com/en-us/learn/modules/azure-architecture-fundamentals/regions-availability-zones</a:t>
            </a:r>
            <a:endParaRPr lang="en-IE" sz="900" u="sng"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17</a:t>
            </a:fld>
            <a:endParaRPr lang="en-US"/>
          </a:p>
        </p:txBody>
      </p:sp>
    </p:spTree>
    <p:extLst>
      <p:ext uri="{BB962C8B-B14F-4D97-AF65-F5344CB8AC3E}">
        <p14:creationId xmlns:p14="http://schemas.microsoft.com/office/powerpoint/2010/main" val="19534055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90195" indent="-290195">
              <a:buFont typeface="Arial" panose="020B0604020202020204" pitchFamily="34" charset="0"/>
              <a:buChar char="•"/>
            </a:pPr>
            <a:r>
              <a:rPr lang="en-US" sz="900" dirty="0"/>
              <a:t>Each Azure region is paired with another region.</a:t>
            </a:r>
          </a:p>
          <a:p>
            <a:pPr marL="290195" indent="-290195">
              <a:buFont typeface="Arial" panose="020B0604020202020204" pitchFamily="34" charset="0"/>
              <a:buChar char="•"/>
            </a:pPr>
            <a:r>
              <a:rPr lang="en-US" sz="900" dirty="0"/>
              <a:t>Azure prefers at least 300 miles of separation between datacenters in a regional pair.</a:t>
            </a:r>
          </a:p>
          <a:p>
            <a:pPr marL="290195" indent="-290195">
              <a:buFont typeface="Arial" panose="020B0604020202020204" pitchFamily="34" charset="0"/>
              <a:buChar char="•"/>
            </a:pPr>
            <a:r>
              <a:rPr lang="en-US" sz="900" dirty="0"/>
              <a:t>Some services provide automatic replication to the paired region.</a:t>
            </a:r>
          </a:p>
          <a:p>
            <a:pPr marL="290195" indent="-290195">
              <a:buFont typeface="Arial" panose="020B0604020202020204" pitchFamily="34" charset="0"/>
              <a:buChar char="•"/>
            </a:pPr>
            <a:r>
              <a:rPr lang="en-US" sz="900" dirty="0"/>
              <a:t>In an outage, recovery of one region is prioritized out of every pair.</a:t>
            </a:r>
          </a:p>
          <a:p>
            <a:pPr marL="290195" indent="-290195">
              <a:buFont typeface="Arial" panose="020B0604020202020204" pitchFamily="34" charset="0"/>
              <a:buChar char="•"/>
            </a:pPr>
            <a:r>
              <a:rPr lang="en-US" sz="900" dirty="0"/>
              <a:t>Azure system updates are rolled out to paired regions sequentially (not at the same time).</a:t>
            </a:r>
          </a:p>
          <a:p>
            <a:endParaRPr lang="en-IE" sz="900" dirty="0"/>
          </a:p>
          <a:p>
            <a:r>
              <a:rPr lang="en-IE" sz="900" dirty="0"/>
              <a:t>List of geographies, regions, region-pairs, and other details -https://azure.microsoft.com/en-us/global-infrastructure/geographies/</a:t>
            </a:r>
          </a:p>
          <a:p>
            <a:r>
              <a:rPr lang="en-IE" sz="900" dirty="0"/>
              <a:t>A full list of region pairs is available at </a:t>
            </a:r>
            <a:r>
              <a:rPr lang="en-IE" sz="900" u="sng" dirty="0"/>
              <a:t>https://docs.microsoft.com/en-us/azure/best-practices-availability-paired-regions#what-are-paired-regions </a:t>
            </a:r>
          </a:p>
          <a:p>
            <a:endParaRPr lang="en-IE" sz="900" u="sng" dirty="0"/>
          </a:p>
          <a:p>
            <a:r>
              <a:rPr lang="en-US" sz="900" b="1" i="0" u="none" strike="noStrike" kern="1200" dirty="0">
                <a:solidFill>
                  <a:schemeClr val="tx1"/>
                </a:solidFill>
                <a:effectLst/>
                <a:latin typeface="Segoe UI Light" pitchFamily="34" charset="0"/>
                <a:ea typeface="+mn-ea"/>
                <a:cs typeface="+mn-cs"/>
              </a:rPr>
              <a:t>Learn and SkillPipe content order note: </a:t>
            </a:r>
          </a:p>
          <a:p>
            <a:pPr marL="171450" indent="-171450">
              <a:buFont typeface="Arial" panose="020B0604020202020204" pitchFamily="34" charset="0"/>
              <a:buChar char="•"/>
            </a:pPr>
            <a:r>
              <a:rPr lang="en-US" sz="900" b="0" i="0" u="none" strike="noStrike" kern="1200" dirty="0">
                <a:solidFill>
                  <a:schemeClr val="tx1"/>
                </a:solidFill>
                <a:effectLst/>
                <a:latin typeface="Segoe UI Light" pitchFamily="34" charset="0"/>
                <a:ea typeface="+mn-ea"/>
                <a:cs typeface="+mn-cs"/>
              </a:rPr>
              <a:t>Slides 6-10</a:t>
            </a:r>
          </a:p>
          <a:p>
            <a:pPr marL="0" indent="0">
              <a:buFont typeface="Arial" panose="020B0604020202020204" pitchFamily="34" charset="0"/>
              <a:buNone/>
            </a:pPr>
            <a:r>
              <a:rPr lang="en-US" sz="900" b="0" i="0" u="none" strike="noStrike" kern="1200" dirty="0">
                <a:solidFill>
                  <a:schemeClr val="tx1"/>
                </a:solidFill>
                <a:effectLst/>
                <a:latin typeface="Segoe UI Light" pitchFamily="34" charset="0"/>
                <a:ea typeface="+mn-ea"/>
                <a:cs typeface="+mn-cs"/>
              </a:rPr>
              <a:t>https://docs.microsoft.com/en-us/learn/modules/azure-architecture-fundamentals/regions-availability-zones</a:t>
            </a:r>
            <a:endParaRPr lang="en-IE" sz="900" u="sng" dirty="0"/>
          </a:p>
          <a:p>
            <a:endParaRPr lang="en-US" sz="900" dirty="0"/>
          </a:p>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18</a:t>
            </a:fld>
            <a:endParaRPr lang="en-US"/>
          </a:p>
        </p:txBody>
      </p:sp>
    </p:spTree>
    <p:extLst>
      <p:ext uri="{BB962C8B-B14F-4D97-AF65-F5344CB8AC3E}">
        <p14:creationId xmlns:p14="http://schemas.microsoft.com/office/powerpoint/2010/main" val="1548144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to introduce the upcoming topics. You could also use the slide at the end of the lesson to</a:t>
            </a:r>
          </a:p>
          <a:p>
            <a:endParaRPr lang="en-US" dirty="0"/>
          </a:p>
          <a:p>
            <a:r>
              <a:rPr lang="en-US" sz="800" b="1" i="0" u="none" strike="noStrike" kern="1200" dirty="0">
                <a:solidFill>
                  <a:schemeClr val="tx1"/>
                </a:solidFill>
                <a:effectLst/>
                <a:latin typeface="Segoe UI Light" pitchFamily="34" charset="0"/>
                <a:ea typeface="+mn-ea"/>
                <a:cs typeface="+mn-cs"/>
              </a:rPr>
              <a:t>Learn and SkillPipe content order note: </a:t>
            </a:r>
          </a:p>
          <a:p>
            <a:pPr marL="171450" indent="-171450">
              <a:buFont typeface="Arial" panose="020B0604020202020204" pitchFamily="34" charset="0"/>
              <a:buChar char="•"/>
            </a:pPr>
            <a:r>
              <a:rPr lang="en-US" sz="800" b="0" i="0" u="none" strike="noStrike" kern="1200" dirty="0">
                <a:solidFill>
                  <a:schemeClr val="tx1"/>
                </a:solidFill>
                <a:effectLst/>
                <a:latin typeface="Segoe UI Light" pitchFamily="34" charset="0"/>
                <a:ea typeface="+mn-ea"/>
                <a:cs typeface="+mn-cs"/>
              </a:rPr>
              <a:t>Slides 6-10</a:t>
            </a:r>
          </a:p>
          <a:p>
            <a:pPr marL="0" indent="0">
              <a:buFont typeface="Arial" panose="020B0604020202020204" pitchFamily="34" charset="0"/>
              <a:buNone/>
            </a:pPr>
            <a:r>
              <a:rPr lang="en-US" sz="800" b="0" i="0" u="none" strike="noStrike" kern="1200" dirty="0">
                <a:solidFill>
                  <a:schemeClr val="tx1"/>
                </a:solidFill>
                <a:effectLst/>
                <a:latin typeface="Segoe UI Light" pitchFamily="34" charset="0"/>
                <a:ea typeface="+mn-ea"/>
                <a:cs typeface="+mn-cs"/>
              </a:rPr>
              <a:t>https://docs.microsoft.com/en-us/learn/modules/azure-architecture-fundamentals/regions-availability-zones</a:t>
            </a:r>
            <a:endParaRPr lang="en-IE" sz="800" u="sng" dirty="0"/>
          </a:p>
          <a:p>
            <a:r>
              <a:rPr lang="en-US" dirty="0"/>
              <a:t> review. </a:t>
            </a:r>
          </a:p>
        </p:txBody>
      </p:sp>
      <p:sp>
        <p:nvSpPr>
          <p:cNvPr id="4" name="Header Placeholder 3"/>
          <p:cNvSpPr>
            <a:spLocks noGrp="1"/>
          </p:cNvSpPr>
          <p:nvPr>
            <p:ph type="hd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3/4/2026 7:36 PM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29883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Font typeface="Arial" panose="020B0604020202020204" pitchFamily="34" charset="0"/>
              <a:buChar char="•"/>
            </a:pPr>
            <a:r>
              <a:rPr lang="en-IE" sz="2800" dirty="0"/>
              <a:t>Physically separate locations within an Azure region.</a:t>
            </a:r>
          </a:p>
          <a:p>
            <a:pPr marL="457200" indent="-457200">
              <a:buFont typeface="Arial" panose="020B0604020202020204" pitchFamily="34" charset="0"/>
              <a:buChar char="•"/>
            </a:pPr>
            <a:r>
              <a:rPr lang="en-IE" sz="2800" dirty="0"/>
              <a:t>Takes availability sets to the next level</a:t>
            </a:r>
          </a:p>
          <a:p>
            <a:pPr marL="457200" indent="-457200">
              <a:buFont typeface="Arial" panose="020B0604020202020204" pitchFamily="34" charset="0"/>
              <a:buChar char="•"/>
            </a:pPr>
            <a:r>
              <a:rPr lang="en-IE" sz="2800" dirty="0"/>
              <a:t>Includes one or more </a:t>
            </a:r>
            <a:r>
              <a:rPr lang="en-IE" sz="2800" dirty="0" err="1"/>
              <a:t>datacenters</a:t>
            </a:r>
            <a:r>
              <a:rPr lang="en-IE" sz="2800" dirty="0"/>
              <a:t>, equipped with independent power, cooling, and networking. </a:t>
            </a:r>
          </a:p>
          <a:p>
            <a:pPr marL="457200" indent="-457200">
              <a:buFont typeface="Arial" panose="020B0604020202020204" pitchFamily="34" charset="0"/>
              <a:buChar char="•"/>
            </a:pPr>
            <a:r>
              <a:rPr lang="en-IE" sz="2800" dirty="0"/>
              <a:t>Acts as an isolation boundary.</a:t>
            </a:r>
          </a:p>
          <a:p>
            <a:pPr marL="457200" indent="-457200">
              <a:buFont typeface="Arial" panose="020B0604020202020204" pitchFamily="34" charset="0"/>
              <a:buChar char="•"/>
            </a:pPr>
            <a:r>
              <a:rPr lang="en-IE" sz="2800" dirty="0"/>
              <a:t>If one availability zone goes down, the other continues working.</a:t>
            </a:r>
            <a:endParaRPr lang="en-IE" sz="2800" b="1" dirty="0"/>
          </a:p>
          <a:p>
            <a:endParaRPr lang="en-IE" sz="900" b="0" i="0" u="none" strike="noStrike" kern="1200" dirty="0">
              <a:solidFill>
                <a:schemeClr val="tx1"/>
              </a:solidFill>
              <a:effectLst/>
              <a:latin typeface="Segoe UI Light" pitchFamily="34" charset="0"/>
              <a:ea typeface="+mn-ea"/>
              <a:cs typeface="+mn-cs"/>
            </a:endParaRPr>
          </a:p>
          <a:p>
            <a:endParaRPr lang="en-IE" sz="900" b="0" i="0" u="none" strike="noStrike" kern="1200" dirty="0">
              <a:solidFill>
                <a:schemeClr val="tx1"/>
              </a:solidFill>
              <a:effectLst/>
              <a:latin typeface="Segoe UI Light" pitchFamily="34" charset="0"/>
              <a:ea typeface="+mn-ea"/>
              <a:cs typeface="+mn-cs"/>
            </a:endParaRPr>
          </a:p>
          <a:p>
            <a:r>
              <a:rPr lang="en-IE" sz="900" b="0" i="0" u="none" strike="noStrike" kern="1200" dirty="0">
                <a:solidFill>
                  <a:schemeClr val="tx1"/>
                </a:solidFill>
                <a:effectLst/>
                <a:latin typeface="Segoe UI Light" pitchFamily="34" charset="0"/>
                <a:ea typeface="+mn-ea"/>
                <a:cs typeface="+mn-cs"/>
              </a:rPr>
              <a:t>More details about Availability Zones in Azure are available at </a:t>
            </a:r>
            <a:r>
              <a:rPr lang="en-IE" sz="900" u="sng" dirty="0"/>
              <a:t>https://docs.microsoft.com/en-us/azure/availability-zones/az-overview </a:t>
            </a:r>
          </a:p>
          <a:p>
            <a:endParaRPr lang="en-IE" sz="900" u="sng" dirty="0"/>
          </a:p>
          <a:p>
            <a:r>
              <a:rPr lang="en-US" sz="900" b="1" i="0" u="none" strike="noStrike" kern="1200" dirty="0">
                <a:solidFill>
                  <a:schemeClr val="tx1"/>
                </a:solidFill>
                <a:effectLst/>
                <a:latin typeface="Segoe UI Light" pitchFamily="34" charset="0"/>
                <a:ea typeface="+mn-ea"/>
                <a:cs typeface="+mn-cs"/>
              </a:rPr>
              <a:t>Learn and SkillPipe content order note: </a:t>
            </a:r>
          </a:p>
          <a:p>
            <a:pPr marL="171450" indent="-171450">
              <a:buFont typeface="Arial" panose="020B0604020202020204" pitchFamily="34" charset="0"/>
              <a:buChar char="•"/>
            </a:pPr>
            <a:r>
              <a:rPr lang="en-US" sz="900" b="0" i="0" u="none" strike="noStrike" kern="1200" dirty="0">
                <a:solidFill>
                  <a:schemeClr val="tx1"/>
                </a:solidFill>
                <a:effectLst/>
                <a:latin typeface="Segoe UI Light" pitchFamily="34" charset="0"/>
                <a:ea typeface="+mn-ea"/>
                <a:cs typeface="+mn-cs"/>
              </a:rPr>
              <a:t>Slides 6-10</a:t>
            </a:r>
          </a:p>
          <a:p>
            <a:pPr marL="0" indent="0">
              <a:buFont typeface="Arial" panose="020B0604020202020204" pitchFamily="34" charset="0"/>
              <a:buNone/>
            </a:pPr>
            <a:r>
              <a:rPr lang="en-US" sz="900" b="0" i="0" u="none" strike="noStrike" kern="1200" dirty="0">
                <a:solidFill>
                  <a:schemeClr val="tx1"/>
                </a:solidFill>
                <a:effectLst/>
                <a:latin typeface="Segoe UI Light" pitchFamily="34" charset="0"/>
                <a:ea typeface="+mn-ea"/>
                <a:cs typeface="+mn-cs"/>
              </a:rPr>
              <a:t>https://docs.microsoft.com/en-us/learn/modules/azure-architecture-fundamentals/regions-availability-zones</a:t>
            </a:r>
            <a:endParaRPr lang="en-IE" sz="900" u="sng" dirty="0"/>
          </a:p>
          <a:p>
            <a:endParaRPr lang="en-US" sz="900" dirty="0"/>
          </a:p>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20</a:t>
            </a:fld>
            <a:endParaRPr lang="en-US"/>
          </a:p>
        </p:txBody>
      </p:sp>
    </p:spTree>
    <p:extLst>
      <p:ext uri="{BB962C8B-B14F-4D97-AF65-F5344CB8AC3E}">
        <p14:creationId xmlns:p14="http://schemas.microsoft.com/office/powerpoint/2010/main" val="19585196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00" b="1" i="0" u="none" strike="noStrike" kern="1200" dirty="0">
                <a:solidFill>
                  <a:schemeClr val="tx1"/>
                </a:solidFill>
                <a:effectLst/>
                <a:latin typeface="Segoe UI Light" pitchFamily="34" charset="0"/>
                <a:ea typeface="+mn-ea"/>
                <a:cs typeface="+mn-cs"/>
              </a:rPr>
              <a:t>Learn and SkillPipe content order note: </a:t>
            </a:r>
          </a:p>
          <a:p>
            <a:pPr marL="171450" indent="-171450">
              <a:buFont typeface="Arial" panose="020B0604020202020204" pitchFamily="34" charset="0"/>
              <a:buChar char="•"/>
            </a:pPr>
            <a:r>
              <a:rPr lang="en-US" sz="800" b="0" i="0" u="none" strike="noStrike" kern="1200" dirty="0">
                <a:solidFill>
                  <a:schemeClr val="tx1"/>
                </a:solidFill>
                <a:effectLst/>
                <a:latin typeface="Segoe UI Light" pitchFamily="34" charset="0"/>
                <a:ea typeface="+mn-ea"/>
                <a:cs typeface="+mn-cs"/>
              </a:rPr>
              <a:t>Slides 11-13</a:t>
            </a:r>
          </a:p>
          <a:p>
            <a:pPr marL="0" indent="0">
              <a:buFont typeface="Arial" panose="020B0604020202020204" pitchFamily="34" charset="0"/>
              <a:buNone/>
            </a:pPr>
            <a:r>
              <a:rPr lang="en-US" sz="800" b="0" i="0" u="none" strike="noStrike" kern="1200" dirty="0">
                <a:solidFill>
                  <a:schemeClr val="tx1"/>
                </a:solidFill>
                <a:effectLst/>
                <a:latin typeface="Segoe UI Light" pitchFamily="34" charset="0"/>
                <a:ea typeface="+mn-ea"/>
                <a:cs typeface="+mn-cs"/>
              </a:rPr>
              <a:t>https://docs.microsoft.com/en-us/learn/modules/azure-architecture-fundamentals/resources-resource-manager</a:t>
            </a:r>
          </a:p>
          <a:p>
            <a:pPr marL="0" indent="0">
              <a:buFont typeface="Arial" panose="020B0604020202020204" pitchFamily="34" charset="0"/>
              <a:buNone/>
            </a:pP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3/4/2026 7:37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21</a:t>
            </a:fld>
            <a:endParaRPr lang="en-US"/>
          </a:p>
        </p:txBody>
      </p:sp>
    </p:spTree>
    <p:extLst>
      <p:ext uri="{BB962C8B-B14F-4D97-AF65-F5344CB8AC3E}">
        <p14:creationId xmlns:p14="http://schemas.microsoft.com/office/powerpoint/2010/main" val="23489799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7338" indent="-287338">
              <a:buFont typeface="Arial" panose="020B0604020202020204" pitchFamily="34" charset="0"/>
              <a:buChar char="•"/>
            </a:pPr>
            <a:r>
              <a:rPr lang="en-US" sz="1800" dirty="0"/>
              <a:t>Containers for multiple resources that share the same life cycle. </a:t>
            </a:r>
          </a:p>
          <a:p>
            <a:pPr marL="287338" indent="-287338">
              <a:buFont typeface="Arial" panose="020B0604020202020204" pitchFamily="34" charset="0"/>
              <a:buChar char="•"/>
            </a:pPr>
            <a:r>
              <a:rPr lang="en-US" sz="1800" dirty="0"/>
              <a:t>Aggregates resources into a single manageable unit.</a:t>
            </a:r>
          </a:p>
          <a:p>
            <a:pPr marL="287338" indent="-287338">
              <a:buFont typeface="Arial" panose="020B0604020202020204" pitchFamily="34" charset="0"/>
              <a:buChar char="•"/>
            </a:pPr>
            <a:r>
              <a:rPr lang="en-US" sz="1800" dirty="0"/>
              <a:t>Every Azure resource must exist in one (and only one) resource group.</a:t>
            </a:r>
          </a:p>
          <a:p>
            <a:pPr marL="287338" indent="-287338">
              <a:buFont typeface="Arial" panose="020B0604020202020204" pitchFamily="34" charset="0"/>
              <a:buChar char="•"/>
            </a:pPr>
            <a:r>
              <a:rPr lang="en-US" sz="1800" dirty="0"/>
              <a:t>Secure at the resource group </a:t>
            </a:r>
            <a:br>
              <a:rPr lang="en-US" sz="1800" dirty="0"/>
            </a:br>
            <a:r>
              <a:rPr lang="en-US" sz="1800" dirty="0"/>
              <a:t>(or resource) level - using role-based access control (RBAC).</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dirty="0"/>
          </a:p>
          <a:p>
            <a:r>
              <a:rPr lang="en-US" sz="900" b="1" i="0" u="none" strike="noStrike" kern="1200" dirty="0">
                <a:solidFill>
                  <a:schemeClr val="tx1"/>
                </a:solidFill>
                <a:effectLst/>
                <a:latin typeface="Segoe UI Light" pitchFamily="34" charset="0"/>
                <a:ea typeface="+mn-ea"/>
                <a:cs typeface="+mn-cs"/>
              </a:rPr>
              <a:t>Learn and SkillPipe content order note: </a:t>
            </a:r>
          </a:p>
          <a:p>
            <a:pPr marL="171450" indent="-171450">
              <a:buFont typeface="Arial" panose="020B0604020202020204" pitchFamily="34" charset="0"/>
              <a:buChar char="•"/>
            </a:pPr>
            <a:r>
              <a:rPr lang="en-US" sz="900" b="0" i="0" u="none" strike="noStrike" kern="1200" dirty="0">
                <a:solidFill>
                  <a:schemeClr val="tx1"/>
                </a:solidFill>
                <a:effectLst/>
                <a:latin typeface="Segoe UI Light" pitchFamily="34" charset="0"/>
                <a:ea typeface="+mn-ea"/>
                <a:cs typeface="+mn-cs"/>
              </a:rPr>
              <a:t>Slides 11-13</a:t>
            </a:r>
          </a:p>
          <a:p>
            <a:pPr marL="0" indent="0">
              <a:buFont typeface="Arial" panose="020B0604020202020204" pitchFamily="34" charset="0"/>
              <a:buNone/>
            </a:pPr>
            <a:r>
              <a:rPr lang="en-US" sz="900" b="0" i="0" u="none" strike="noStrike" kern="1200" dirty="0">
                <a:solidFill>
                  <a:schemeClr val="tx1"/>
                </a:solidFill>
                <a:effectLst/>
                <a:latin typeface="Segoe UI Light" pitchFamily="34" charset="0"/>
                <a:ea typeface="+mn-ea"/>
                <a:cs typeface="+mn-cs"/>
              </a:rPr>
              <a:t>https://docs.microsoft.com/en-us/learn/modules/azure-architecture-fundamentals/resources-resource-manager</a:t>
            </a:r>
          </a:p>
          <a:p>
            <a:pPr marL="0" indent="0">
              <a:buFont typeface="Arial" panose="020B0604020202020204" pitchFamily="34" charset="0"/>
              <a:buNone/>
            </a:pPr>
            <a:endParaRPr lang="en-US" sz="900" dirty="0"/>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3/4/2026 7:37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22</a:t>
            </a:fld>
            <a:endParaRPr lang="en-US"/>
          </a:p>
        </p:txBody>
      </p:sp>
    </p:spTree>
    <p:extLst>
      <p:ext uri="{BB962C8B-B14F-4D97-AF65-F5344CB8AC3E}">
        <p14:creationId xmlns:p14="http://schemas.microsoft.com/office/powerpoint/2010/main" val="16010896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Font typeface="Arial" panose="020B0604020202020204" pitchFamily="34" charset="0"/>
              <a:buChar char="•"/>
            </a:pPr>
            <a:r>
              <a:rPr lang="en-US" dirty="0"/>
              <a:t>Provides a management layer that enables you to create, update, and delete resources in your Azure subscription.</a:t>
            </a:r>
          </a:p>
          <a:p>
            <a:pPr marL="457200" indent="-457200">
              <a:buFont typeface="Arial" panose="020B0604020202020204" pitchFamily="34" charset="0"/>
              <a:buChar char="•"/>
            </a:pPr>
            <a:r>
              <a:rPr lang="en-US" dirty="0"/>
              <a:t>Create, configure, manage and delete resources and resource groups.</a:t>
            </a:r>
          </a:p>
          <a:p>
            <a:pPr marL="457200" indent="-457200">
              <a:buFont typeface="Arial" panose="020B0604020202020204" pitchFamily="34" charset="0"/>
              <a:buChar char="•"/>
            </a:pPr>
            <a:r>
              <a:rPr lang="en-US" dirty="0"/>
              <a:t>Organizes resources.</a:t>
            </a:r>
          </a:p>
          <a:p>
            <a:pPr marL="457200" indent="-457200">
              <a:buFont typeface="Arial" panose="020B0604020202020204" pitchFamily="34" charset="0"/>
              <a:buChar char="•"/>
            </a:pPr>
            <a:r>
              <a:rPr lang="en-US" dirty="0"/>
              <a:t>Controls access and resources.</a:t>
            </a:r>
          </a:p>
          <a:p>
            <a:pPr marL="457200" indent="-457200">
              <a:buFont typeface="Arial" panose="020B0604020202020204" pitchFamily="34" charset="0"/>
              <a:buChar char="•"/>
            </a:pPr>
            <a:r>
              <a:rPr lang="en-US" dirty="0"/>
              <a:t>Automates using different tools and SDKs.</a:t>
            </a:r>
          </a:p>
          <a:p>
            <a:pPr marL="457200" indent="-457200">
              <a:buFont typeface="Arial" panose="020B0604020202020204" pitchFamily="34" charset="0"/>
              <a:buChar char="•"/>
            </a:pPr>
            <a:r>
              <a:rPr lang="en-US" sz="1000" dirty="0"/>
              <a:t>Stores layouts in JSON files.</a:t>
            </a:r>
          </a:p>
          <a:p>
            <a:endParaRPr lang="en-IE" dirty="0"/>
          </a:p>
          <a:p>
            <a:r>
              <a:rPr lang="en-IE" dirty="0"/>
              <a:t>You can view more details about Azure Resource Manager at </a:t>
            </a:r>
            <a:r>
              <a:rPr lang="en-IE" u="sng" dirty="0"/>
              <a:t>https://docs.microsoft.com/en-us/azure/azure-resource-manager</a:t>
            </a:r>
          </a:p>
          <a:p>
            <a:endParaRPr lang="en-IE" u="sng" dirty="0"/>
          </a:p>
          <a:p>
            <a:r>
              <a:rPr lang="en-US" sz="900" b="1" i="0" u="none" strike="noStrike" kern="1200" dirty="0">
                <a:solidFill>
                  <a:schemeClr val="tx1"/>
                </a:solidFill>
                <a:effectLst/>
                <a:latin typeface="Segoe UI Light" pitchFamily="34" charset="0"/>
                <a:ea typeface="+mn-ea"/>
                <a:cs typeface="+mn-cs"/>
              </a:rPr>
              <a:t>Learn and SkillPipe content order note: </a:t>
            </a:r>
          </a:p>
          <a:p>
            <a:pPr marL="171450" indent="-171450">
              <a:buFont typeface="Arial" panose="020B0604020202020204" pitchFamily="34" charset="0"/>
              <a:buChar char="•"/>
            </a:pPr>
            <a:r>
              <a:rPr lang="en-US" sz="900" b="0" i="0" u="none" strike="noStrike" kern="1200" dirty="0">
                <a:solidFill>
                  <a:schemeClr val="tx1"/>
                </a:solidFill>
                <a:effectLst/>
                <a:latin typeface="Segoe UI Light" pitchFamily="34" charset="0"/>
                <a:ea typeface="+mn-ea"/>
                <a:cs typeface="+mn-cs"/>
              </a:rPr>
              <a:t>Slides 11-13</a:t>
            </a:r>
          </a:p>
          <a:p>
            <a:pPr marL="0" indent="0">
              <a:buFont typeface="Arial" panose="020B0604020202020204" pitchFamily="34" charset="0"/>
              <a:buNone/>
            </a:pPr>
            <a:r>
              <a:rPr lang="en-US" sz="900" b="0" i="0" u="none" strike="noStrike" kern="1200" dirty="0">
                <a:solidFill>
                  <a:schemeClr val="tx1"/>
                </a:solidFill>
                <a:effectLst/>
                <a:latin typeface="Segoe UI Light" pitchFamily="34" charset="0"/>
                <a:ea typeface="+mn-ea"/>
                <a:cs typeface="+mn-cs"/>
              </a:rPr>
              <a:t>https://docs.microsoft.com/en-us/learn/modules/azure-architecture-fundamentals/resources-resource-manager</a:t>
            </a:r>
          </a:p>
          <a:p>
            <a:pPr marL="0" indent="0">
              <a:buFont typeface="Arial" panose="020B0604020202020204" pitchFamily="34" charset="0"/>
              <a:buNone/>
            </a:pPr>
            <a:endParaRPr lang="en-US" dirty="0"/>
          </a:p>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3/4/2026 7:37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23</a:t>
            </a:fld>
            <a:endParaRPr lang="en-US"/>
          </a:p>
        </p:txBody>
      </p:sp>
    </p:spTree>
    <p:extLst>
      <p:ext uri="{BB962C8B-B14F-4D97-AF65-F5344CB8AC3E}">
        <p14:creationId xmlns:p14="http://schemas.microsoft.com/office/powerpoint/2010/main" val="16010896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IE" sz="900" dirty="0"/>
              <a:t>An account can have one subscription or multiple subscriptions.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IE" sz="900" kern="1200" dirty="0">
              <a:solidFill>
                <a:schemeClr val="tx1"/>
              </a:solidFill>
              <a:effectLst/>
              <a:latin typeface="Segoe UI Light"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IE" sz="900" kern="1200" dirty="0">
                <a:solidFill>
                  <a:schemeClr val="tx1"/>
                </a:solidFill>
                <a:effectLst/>
                <a:latin typeface="Segoe UI Light" pitchFamily="34" charset="0"/>
                <a:ea typeface="+mn-ea"/>
                <a:cs typeface="+mn-cs"/>
              </a:rPr>
              <a:t>Azure subscription offers - </a:t>
            </a:r>
            <a:r>
              <a:rPr lang="en-IE" u="sng" dirty="0"/>
              <a:t>https://azure.microsoft.com/en-us/support/legal/offer-details/ </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IE" u="sng" dirty="0"/>
          </a:p>
          <a:p>
            <a:endParaRPr lang="en-IE" u="sng" dirty="0"/>
          </a:p>
          <a:p>
            <a:r>
              <a:rPr lang="en-US" sz="800" b="1" i="0" u="none" strike="noStrike" kern="1200" dirty="0">
                <a:solidFill>
                  <a:schemeClr val="tx1"/>
                </a:solidFill>
                <a:effectLst/>
                <a:latin typeface="Segoe UI Light" pitchFamily="34" charset="0"/>
                <a:ea typeface="+mn-ea"/>
                <a:cs typeface="+mn-cs"/>
              </a:rPr>
              <a:t>Learn and SkillPipe content order note: </a:t>
            </a:r>
          </a:p>
          <a:p>
            <a:pPr marL="171450" indent="-171450">
              <a:buFont typeface="Arial" panose="020B0604020202020204" pitchFamily="34" charset="0"/>
              <a:buChar char="•"/>
            </a:pPr>
            <a:r>
              <a:rPr lang="en-US" sz="800" b="0" i="0" u="none" strike="noStrike" kern="1200" dirty="0">
                <a:solidFill>
                  <a:schemeClr val="tx1"/>
                </a:solidFill>
                <a:effectLst/>
                <a:latin typeface="Segoe UI Light" pitchFamily="34" charset="0"/>
                <a:ea typeface="+mn-ea"/>
                <a:cs typeface="+mn-cs"/>
              </a:rPr>
              <a:t>Slides 14 &amp; 16</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900" b="0" i="0" u="none" strike="noStrike" kern="1200" dirty="0">
                <a:solidFill>
                  <a:schemeClr val="tx1"/>
                </a:solidFill>
                <a:effectLst/>
                <a:latin typeface="Segoe UI Light" pitchFamily="34" charset="0"/>
                <a:ea typeface="+mn-ea"/>
                <a:cs typeface="+mn-cs"/>
              </a:rPr>
              <a:t>https://docs.microsoft.com/en-us/learn/modules/azure-architecture-fundamentals/management-groups-subscriptions</a:t>
            </a:r>
          </a:p>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3/4/2026 7:37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24</a:t>
            </a:fld>
            <a:endParaRPr lang="en-US"/>
          </a:p>
        </p:txBody>
      </p:sp>
    </p:spTree>
    <p:extLst>
      <p:ext uri="{BB962C8B-B14F-4D97-AF65-F5344CB8AC3E}">
        <p14:creationId xmlns:p14="http://schemas.microsoft.com/office/powerpoint/2010/main" val="19585196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700" b="1" i="0" u="none" strike="noStrike" kern="1200" dirty="0">
                <a:solidFill>
                  <a:schemeClr val="tx1"/>
                </a:solidFill>
                <a:effectLst/>
                <a:latin typeface="Segoe UI Light" pitchFamily="34" charset="0"/>
                <a:ea typeface="+mn-ea"/>
                <a:cs typeface="+mn-cs"/>
              </a:rPr>
              <a:t>Learn and SkillPipe content order note: </a:t>
            </a:r>
          </a:p>
          <a:p>
            <a:r>
              <a:rPr lang="en-US" dirty="0"/>
              <a:t>Learn has a sandbox exercise at roughly the same place as this one, but that isn’t specifically aligned to this one, but does give some experience in the Azure portal - </a:t>
            </a:r>
            <a:r>
              <a:rPr lang="en-US" b="1" i="0" dirty="0">
                <a:solidFill>
                  <a:srgbClr val="171717"/>
                </a:solidFill>
                <a:effectLst/>
                <a:latin typeface="Segoe UI" panose="020B0502040204020203" pitchFamily="34" charset="0"/>
              </a:rPr>
              <a:t>Exercise - Create a website hosted in Azure</a:t>
            </a:r>
          </a:p>
          <a:p>
            <a:r>
              <a:rPr lang="en-US" b="0" i="0" dirty="0">
                <a:solidFill>
                  <a:srgbClr val="171717"/>
                </a:solidFill>
                <a:effectLst/>
                <a:latin typeface="Segoe UI" panose="020B0502040204020203" pitchFamily="34" charset="0"/>
              </a:rPr>
              <a:t>https://docs.microsoft.com/en-us/learn/modules/azure-architecture-fundamentals/exercise-create-website</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3/4/2026 7:37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25</a:t>
            </a:fld>
            <a:endParaRPr lang="en-US"/>
          </a:p>
        </p:txBody>
      </p:sp>
    </p:spTree>
    <p:extLst>
      <p:ext uri="{BB962C8B-B14F-4D97-AF65-F5344CB8AC3E}">
        <p14:creationId xmlns:p14="http://schemas.microsoft.com/office/powerpoint/2010/main" val="6873891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dirty="0"/>
              <a:t>Management groups can include multiple Azure subscriptions.</a:t>
            </a:r>
          </a:p>
          <a:p>
            <a:r>
              <a:rPr lang="en-US" sz="2000" dirty="0"/>
              <a:t>Subscriptions inherit conditions applied to the management group.</a:t>
            </a:r>
          </a:p>
          <a:p>
            <a:r>
              <a:rPr lang="en-US" sz="2000" dirty="0"/>
              <a:t>10,000 management groups can be supported in a single directory.</a:t>
            </a:r>
          </a:p>
          <a:p>
            <a:r>
              <a:rPr lang="en-US" sz="2000" dirty="0"/>
              <a:t>A management group tree can support up to six levels of depth.</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IE" sz="800" b="1" kern="1200" dirty="0">
              <a:solidFill>
                <a:schemeClr val="tx1"/>
              </a:solidFill>
              <a:effectLst/>
              <a:latin typeface="Segoe UI Light"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IE" sz="800" b="1" kern="1200" dirty="0">
                <a:solidFill>
                  <a:schemeClr val="tx1"/>
                </a:solidFill>
                <a:effectLst/>
                <a:latin typeface="Segoe UI Light" pitchFamily="34" charset="0"/>
                <a:ea typeface="+mn-ea"/>
                <a:cs typeface="+mn-cs"/>
              </a:rPr>
              <a:t>Management groups </a:t>
            </a:r>
            <a:r>
              <a:rPr lang="en-IE" sz="800" kern="1200" dirty="0">
                <a:solidFill>
                  <a:schemeClr val="tx1"/>
                </a:solidFill>
                <a:effectLst/>
                <a:latin typeface="Segoe UI Light" pitchFamily="34" charset="0"/>
                <a:ea typeface="+mn-ea"/>
                <a:cs typeface="+mn-cs"/>
              </a:rPr>
              <a:t>- </a:t>
            </a:r>
            <a:r>
              <a:rPr lang="en-IE" sz="800" b="0" i="0" u="none" strike="noStrike" kern="1200" dirty="0">
                <a:solidFill>
                  <a:schemeClr val="tx1"/>
                </a:solidFill>
                <a:effectLst/>
                <a:latin typeface="Segoe UI Light" pitchFamily="34" charset="0"/>
                <a:ea typeface="+mn-ea"/>
                <a:cs typeface="+mn-cs"/>
                <a:hlinkClick r:id="rId3">
                  <a:extLst>
                    <a:ext uri="{A12FA001-AC4F-418D-AE19-62706E023703}">
                      <ahyp:hlinkClr xmlns:ahyp="http://schemas.microsoft.com/office/drawing/2018/hyperlinkcolor" val="tx"/>
                    </a:ext>
                  </a:extLst>
                </a:hlinkClick>
              </a:rPr>
              <a:t>https://docs.microsoft.com/en-us/azure/governance/management-groups/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IE" sz="800" b="0" i="0" u="none" strike="noStrike" kern="1200" dirty="0">
              <a:solidFill>
                <a:schemeClr val="tx1"/>
              </a:solidFill>
              <a:effectLst/>
              <a:latin typeface="Segoe UI Light" pitchFamily="34" charset="0"/>
              <a:ea typeface="+mn-ea"/>
              <a:cs typeface="+mn-cs"/>
              <a:hlinkClick r:id="rId3">
                <a:extLst>
                  <a:ext uri="{A12FA001-AC4F-418D-AE19-62706E023703}">
                    <ahyp:hlinkClr xmlns:ahyp="http://schemas.microsoft.com/office/drawing/2018/hyperlinkcolor" val="tx"/>
                  </a:ext>
                </a:extLst>
              </a:hlinkClick>
            </a:endParaRPr>
          </a:p>
          <a:p>
            <a:r>
              <a:rPr lang="en-US" sz="700" b="1" i="0" u="none" strike="noStrike" kern="1200" dirty="0">
                <a:solidFill>
                  <a:schemeClr val="tx1"/>
                </a:solidFill>
                <a:effectLst/>
                <a:latin typeface="Segoe UI Light" pitchFamily="34" charset="0"/>
                <a:ea typeface="+mn-ea"/>
                <a:cs typeface="+mn-cs"/>
              </a:rPr>
              <a:t>Learn and SkillPipe content order note: </a:t>
            </a:r>
          </a:p>
          <a:p>
            <a:pPr marL="171450" indent="-171450">
              <a:buFont typeface="Arial" panose="020B0604020202020204" pitchFamily="34" charset="0"/>
              <a:buChar char="•"/>
            </a:pPr>
            <a:r>
              <a:rPr lang="en-US" sz="700" b="0" i="0" u="none" strike="noStrike" kern="1200" dirty="0">
                <a:solidFill>
                  <a:schemeClr val="tx1"/>
                </a:solidFill>
                <a:effectLst/>
                <a:latin typeface="Segoe UI Light" pitchFamily="34" charset="0"/>
                <a:ea typeface="+mn-ea"/>
                <a:cs typeface="+mn-cs"/>
              </a:rPr>
              <a:t>Slides 14 &amp; 16</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800" b="0" i="0" u="none" strike="noStrike" kern="1200" dirty="0">
                <a:solidFill>
                  <a:schemeClr val="tx1"/>
                </a:solidFill>
                <a:effectLst/>
                <a:latin typeface="Segoe UI Light" pitchFamily="34" charset="0"/>
                <a:ea typeface="+mn-ea"/>
                <a:cs typeface="+mn-cs"/>
              </a:rPr>
              <a:t>https://docs.microsoft.com/en-us/learn/modules/azure-architecture-fundamentals/management-groups-subscriptions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IE" sz="800" b="0" i="0" u="none" strike="noStrike" kern="1200" dirty="0">
              <a:solidFill>
                <a:schemeClr val="tx1"/>
              </a:solidFill>
              <a:effectLst/>
              <a:latin typeface="Segoe UI Light" pitchFamily="34" charset="0"/>
              <a:ea typeface="+mn-ea"/>
              <a:cs typeface="+mn-cs"/>
              <a:hlinkClick r:id="rId3">
                <a:extLst>
                  <a:ext uri="{A12FA001-AC4F-418D-AE19-62706E023703}">
                    <ahyp:hlinkClr xmlns:ahyp="http://schemas.microsoft.com/office/drawing/2018/hyperlinkcolor" val="tx"/>
                  </a:ext>
                </a:extLst>
              </a:hlinkClick>
            </a:endParaRPr>
          </a:p>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3/4/2026 7:37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26</a:t>
            </a:fld>
            <a:endParaRPr lang="en-US"/>
          </a:p>
        </p:txBody>
      </p:sp>
    </p:spTree>
    <p:extLst>
      <p:ext uri="{BB962C8B-B14F-4D97-AF65-F5344CB8AC3E}">
        <p14:creationId xmlns:p14="http://schemas.microsoft.com/office/powerpoint/2010/main" val="18338859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FEDE9-706D-555B-BBC8-43A5FB759D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1D9E2C5-EF89-40D2-AE8F-9A6B164AAC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75586D1-D835-50BF-8348-306DC57490AE}"/>
              </a:ext>
            </a:extLst>
          </p:cNvPr>
          <p:cNvSpPr>
            <a:spLocks noGrp="1"/>
          </p:cNvSpPr>
          <p:nvPr>
            <p:ph type="dt" sz="half" idx="10"/>
          </p:nvPr>
        </p:nvSpPr>
        <p:spPr/>
        <p:txBody>
          <a:bodyPr/>
          <a:lstStyle/>
          <a:p>
            <a:fld id="{53FD6569-E228-476F-96D9-016D8F1CEB33}" type="datetimeFigureOut">
              <a:rPr lang="en-IN" smtClean="0"/>
              <a:t>04-03-2026</a:t>
            </a:fld>
            <a:endParaRPr lang="en-IN"/>
          </a:p>
        </p:txBody>
      </p:sp>
      <p:sp>
        <p:nvSpPr>
          <p:cNvPr id="5" name="Footer Placeholder 4">
            <a:extLst>
              <a:ext uri="{FF2B5EF4-FFF2-40B4-BE49-F238E27FC236}">
                <a16:creationId xmlns:a16="http://schemas.microsoft.com/office/drawing/2014/main" id="{71732736-5AEB-5747-DB8F-B2997EEF63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25E37F-9AF3-6C55-E1AF-10A3EA50854C}"/>
              </a:ext>
            </a:extLst>
          </p:cNvPr>
          <p:cNvSpPr>
            <a:spLocks noGrp="1"/>
          </p:cNvSpPr>
          <p:nvPr>
            <p:ph type="sldNum" sz="quarter" idx="12"/>
          </p:nvPr>
        </p:nvSpPr>
        <p:spPr/>
        <p:txBody>
          <a:bodyPr/>
          <a:lstStyle/>
          <a:p>
            <a:fld id="{A9F3BD4B-4FE4-43DA-8258-7DEBFCC3F692}" type="slidenum">
              <a:rPr lang="en-IN" smtClean="0"/>
              <a:t>‹#›</a:t>
            </a:fld>
            <a:endParaRPr lang="en-IN"/>
          </a:p>
        </p:txBody>
      </p:sp>
    </p:spTree>
    <p:extLst>
      <p:ext uri="{BB962C8B-B14F-4D97-AF65-F5344CB8AC3E}">
        <p14:creationId xmlns:p14="http://schemas.microsoft.com/office/powerpoint/2010/main" val="1201752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0A3D4-71AB-C574-E9CC-EF5A1EFAD5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6B6448-C995-4D1A-D7EB-BEBA7A6CEE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605C77-8843-B1FF-E569-0E9D5722B513}"/>
              </a:ext>
            </a:extLst>
          </p:cNvPr>
          <p:cNvSpPr>
            <a:spLocks noGrp="1"/>
          </p:cNvSpPr>
          <p:nvPr>
            <p:ph type="dt" sz="half" idx="10"/>
          </p:nvPr>
        </p:nvSpPr>
        <p:spPr/>
        <p:txBody>
          <a:bodyPr/>
          <a:lstStyle/>
          <a:p>
            <a:fld id="{53FD6569-E228-476F-96D9-016D8F1CEB33}" type="datetimeFigureOut">
              <a:rPr lang="en-IN" smtClean="0"/>
              <a:t>04-03-2026</a:t>
            </a:fld>
            <a:endParaRPr lang="en-IN"/>
          </a:p>
        </p:txBody>
      </p:sp>
      <p:sp>
        <p:nvSpPr>
          <p:cNvPr id="5" name="Footer Placeholder 4">
            <a:extLst>
              <a:ext uri="{FF2B5EF4-FFF2-40B4-BE49-F238E27FC236}">
                <a16:creationId xmlns:a16="http://schemas.microsoft.com/office/drawing/2014/main" id="{FF4C199D-E84B-FCAA-1301-4C37950CF0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7C4157-AEAC-CCB6-F7A1-BB3BE0DBF84D}"/>
              </a:ext>
            </a:extLst>
          </p:cNvPr>
          <p:cNvSpPr>
            <a:spLocks noGrp="1"/>
          </p:cNvSpPr>
          <p:nvPr>
            <p:ph type="sldNum" sz="quarter" idx="12"/>
          </p:nvPr>
        </p:nvSpPr>
        <p:spPr/>
        <p:txBody>
          <a:bodyPr/>
          <a:lstStyle/>
          <a:p>
            <a:fld id="{A9F3BD4B-4FE4-43DA-8258-7DEBFCC3F692}" type="slidenum">
              <a:rPr lang="en-IN" smtClean="0"/>
              <a:t>‹#›</a:t>
            </a:fld>
            <a:endParaRPr lang="en-IN"/>
          </a:p>
        </p:txBody>
      </p:sp>
    </p:spTree>
    <p:extLst>
      <p:ext uri="{BB962C8B-B14F-4D97-AF65-F5344CB8AC3E}">
        <p14:creationId xmlns:p14="http://schemas.microsoft.com/office/powerpoint/2010/main" val="3197956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FA77B-8F3F-740D-1165-9E592431DA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40918C0-BF3F-36AF-8C4D-C2AD9B6224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FDB571-117E-999B-86E6-20E3602240E5}"/>
              </a:ext>
            </a:extLst>
          </p:cNvPr>
          <p:cNvSpPr>
            <a:spLocks noGrp="1"/>
          </p:cNvSpPr>
          <p:nvPr>
            <p:ph type="dt" sz="half" idx="10"/>
          </p:nvPr>
        </p:nvSpPr>
        <p:spPr/>
        <p:txBody>
          <a:bodyPr/>
          <a:lstStyle/>
          <a:p>
            <a:fld id="{53FD6569-E228-476F-96D9-016D8F1CEB33}" type="datetimeFigureOut">
              <a:rPr lang="en-IN" smtClean="0"/>
              <a:t>04-03-2026</a:t>
            </a:fld>
            <a:endParaRPr lang="en-IN"/>
          </a:p>
        </p:txBody>
      </p:sp>
      <p:sp>
        <p:nvSpPr>
          <p:cNvPr id="5" name="Footer Placeholder 4">
            <a:extLst>
              <a:ext uri="{FF2B5EF4-FFF2-40B4-BE49-F238E27FC236}">
                <a16:creationId xmlns:a16="http://schemas.microsoft.com/office/drawing/2014/main" id="{70E38A19-68C8-E601-8619-24B4888C45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5ADBA0-6CB8-0B4D-FAD1-50BC7187DC58}"/>
              </a:ext>
            </a:extLst>
          </p:cNvPr>
          <p:cNvSpPr>
            <a:spLocks noGrp="1"/>
          </p:cNvSpPr>
          <p:nvPr>
            <p:ph type="sldNum" sz="quarter" idx="12"/>
          </p:nvPr>
        </p:nvSpPr>
        <p:spPr/>
        <p:txBody>
          <a:bodyPr/>
          <a:lstStyle/>
          <a:p>
            <a:fld id="{A9F3BD4B-4FE4-43DA-8258-7DEBFCC3F692}" type="slidenum">
              <a:rPr lang="en-IN" smtClean="0"/>
              <a:t>‹#›</a:t>
            </a:fld>
            <a:endParaRPr lang="en-IN"/>
          </a:p>
        </p:txBody>
      </p:sp>
    </p:spTree>
    <p:extLst>
      <p:ext uri="{BB962C8B-B14F-4D97-AF65-F5344CB8AC3E}">
        <p14:creationId xmlns:p14="http://schemas.microsoft.com/office/powerpoint/2010/main" val="2348227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9D883-66BF-2910-1311-7E515BA9830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5B2DBB9-EF5C-0CE7-36AA-2201C2FB49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564CDD7-7AE5-E5D3-4994-1310014621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CDE4693-2BFE-6A76-B007-BFCE1730C7EA}"/>
              </a:ext>
            </a:extLst>
          </p:cNvPr>
          <p:cNvSpPr>
            <a:spLocks noGrp="1"/>
          </p:cNvSpPr>
          <p:nvPr>
            <p:ph type="dt" sz="half" idx="10"/>
          </p:nvPr>
        </p:nvSpPr>
        <p:spPr/>
        <p:txBody>
          <a:bodyPr/>
          <a:lstStyle/>
          <a:p>
            <a:fld id="{53FD6569-E228-476F-96D9-016D8F1CEB33}" type="datetimeFigureOut">
              <a:rPr lang="en-IN" smtClean="0"/>
              <a:t>04-03-2026</a:t>
            </a:fld>
            <a:endParaRPr lang="en-IN"/>
          </a:p>
        </p:txBody>
      </p:sp>
      <p:sp>
        <p:nvSpPr>
          <p:cNvPr id="6" name="Footer Placeholder 5">
            <a:extLst>
              <a:ext uri="{FF2B5EF4-FFF2-40B4-BE49-F238E27FC236}">
                <a16:creationId xmlns:a16="http://schemas.microsoft.com/office/drawing/2014/main" id="{622C8FA1-4E8E-DF6C-EE31-941195C938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26DD8D-47DD-66DF-3C47-D173FD10D04A}"/>
              </a:ext>
            </a:extLst>
          </p:cNvPr>
          <p:cNvSpPr>
            <a:spLocks noGrp="1"/>
          </p:cNvSpPr>
          <p:nvPr>
            <p:ph type="sldNum" sz="quarter" idx="12"/>
          </p:nvPr>
        </p:nvSpPr>
        <p:spPr/>
        <p:txBody>
          <a:bodyPr/>
          <a:lstStyle/>
          <a:p>
            <a:fld id="{A9F3BD4B-4FE4-43DA-8258-7DEBFCC3F692}" type="slidenum">
              <a:rPr lang="en-IN" smtClean="0"/>
              <a:t>‹#›</a:t>
            </a:fld>
            <a:endParaRPr lang="en-IN"/>
          </a:p>
        </p:txBody>
      </p:sp>
    </p:spTree>
    <p:extLst>
      <p:ext uri="{BB962C8B-B14F-4D97-AF65-F5344CB8AC3E}">
        <p14:creationId xmlns:p14="http://schemas.microsoft.com/office/powerpoint/2010/main" val="10786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434D-7A10-2199-F205-18339872DAF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DFC95D4-E8EC-84A4-A588-AB5A21E268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FB5830-8DC9-B0E4-EE45-3340DE3A3B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1DBF892-0051-E143-BAB7-C0A9BCC7FD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6CFBCA-D9DF-ED84-B860-304980E5E06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30E0475-5F09-1FF7-372D-509E296F5266}"/>
              </a:ext>
            </a:extLst>
          </p:cNvPr>
          <p:cNvSpPr>
            <a:spLocks noGrp="1"/>
          </p:cNvSpPr>
          <p:nvPr>
            <p:ph type="dt" sz="half" idx="10"/>
          </p:nvPr>
        </p:nvSpPr>
        <p:spPr/>
        <p:txBody>
          <a:bodyPr/>
          <a:lstStyle/>
          <a:p>
            <a:fld id="{53FD6569-E228-476F-96D9-016D8F1CEB33}" type="datetimeFigureOut">
              <a:rPr lang="en-IN" smtClean="0"/>
              <a:t>04-03-2026</a:t>
            </a:fld>
            <a:endParaRPr lang="en-IN"/>
          </a:p>
        </p:txBody>
      </p:sp>
      <p:sp>
        <p:nvSpPr>
          <p:cNvPr id="8" name="Footer Placeholder 7">
            <a:extLst>
              <a:ext uri="{FF2B5EF4-FFF2-40B4-BE49-F238E27FC236}">
                <a16:creationId xmlns:a16="http://schemas.microsoft.com/office/drawing/2014/main" id="{E9204270-8EB7-9954-5EF1-BAACE0EF051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504AC4B-7C12-7B88-9358-14B1283E51E5}"/>
              </a:ext>
            </a:extLst>
          </p:cNvPr>
          <p:cNvSpPr>
            <a:spLocks noGrp="1"/>
          </p:cNvSpPr>
          <p:nvPr>
            <p:ph type="sldNum" sz="quarter" idx="12"/>
          </p:nvPr>
        </p:nvSpPr>
        <p:spPr/>
        <p:txBody>
          <a:bodyPr/>
          <a:lstStyle/>
          <a:p>
            <a:fld id="{A9F3BD4B-4FE4-43DA-8258-7DEBFCC3F692}" type="slidenum">
              <a:rPr lang="en-IN" smtClean="0"/>
              <a:t>‹#›</a:t>
            </a:fld>
            <a:endParaRPr lang="en-IN"/>
          </a:p>
        </p:txBody>
      </p:sp>
    </p:spTree>
    <p:extLst>
      <p:ext uri="{BB962C8B-B14F-4D97-AF65-F5344CB8AC3E}">
        <p14:creationId xmlns:p14="http://schemas.microsoft.com/office/powerpoint/2010/main" val="4098872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53234-D7D7-1F15-F9A5-660EE2CAD3E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EBFDB45-7C73-81D3-B33F-44FA06512C17}"/>
              </a:ext>
            </a:extLst>
          </p:cNvPr>
          <p:cNvSpPr>
            <a:spLocks noGrp="1"/>
          </p:cNvSpPr>
          <p:nvPr>
            <p:ph type="dt" sz="half" idx="10"/>
          </p:nvPr>
        </p:nvSpPr>
        <p:spPr/>
        <p:txBody>
          <a:bodyPr/>
          <a:lstStyle/>
          <a:p>
            <a:fld id="{53FD6569-E228-476F-96D9-016D8F1CEB33}" type="datetimeFigureOut">
              <a:rPr lang="en-IN" smtClean="0"/>
              <a:t>04-03-2026</a:t>
            </a:fld>
            <a:endParaRPr lang="en-IN"/>
          </a:p>
        </p:txBody>
      </p:sp>
      <p:sp>
        <p:nvSpPr>
          <p:cNvPr id="4" name="Footer Placeholder 3">
            <a:extLst>
              <a:ext uri="{FF2B5EF4-FFF2-40B4-BE49-F238E27FC236}">
                <a16:creationId xmlns:a16="http://schemas.microsoft.com/office/drawing/2014/main" id="{78FDBB35-8816-AA76-4DB9-53042826F63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C3A1EDB-E34B-E963-88CF-7A0B20B654D5}"/>
              </a:ext>
            </a:extLst>
          </p:cNvPr>
          <p:cNvSpPr>
            <a:spLocks noGrp="1"/>
          </p:cNvSpPr>
          <p:nvPr>
            <p:ph type="sldNum" sz="quarter" idx="12"/>
          </p:nvPr>
        </p:nvSpPr>
        <p:spPr/>
        <p:txBody>
          <a:bodyPr/>
          <a:lstStyle/>
          <a:p>
            <a:fld id="{A9F3BD4B-4FE4-43DA-8258-7DEBFCC3F692}" type="slidenum">
              <a:rPr lang="en-IN" smtClean="0"/>
              <a:t>‹#›</a:t>
            </a:fld>
            <a:endParaRPr lang="en-IN"/>
          </a:p>
        </p:txBody>
      </p:sp>
    </p:spTree>
    <p:extLst>
      <p:ext uri="{BB962C8B-B14F-4D97-AF65-F5344CB8AC3E}">
        <p14:creationId xmlns:p14="http://schemas.microsoft.com/office/powerpoint/2010/main" val="2213633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D3C982-9075-D2E8-504F-F3E54CC85824}"/>
              </a:ext>
            </a:extLst>
          </p:cNvPr>
          <p:cNvSpPr>
            <a:spLocks noGrp="1"/>
          </p:cNvSpPr>
          <p:nvPr>
            <p:ph type="dt" sz="half" idx="10"/>
          </p:nvPr>
        </p:nvSpPr>
        <p:spPr/>
        <p:txBody>
          <a:bodyPr/>
          <a:lstStyle/>
          <a:p>
            <a:fld id="{53FD6569-E228-476F-96D9-016D8F1CEB33}" type="datetimeFigureOut">
              <a:rPr lang="en-IN" smtClean="0"/>
              <a:t>04-03-2026</a:t>
            </a:fld>
            <a:endParaRPr lang="en-IN"/>
          </a:p>
        </p:txBody>
      </p:sp>
      <p:sp>
        <p:nvSpPr>
          <p:cNvPr id="3" name="Footer Placeholder 2">
            <a:extLst>
              <a:ext uri="{FF2B5EF4-FFF2-40B4-BE49-F238E27FC236}">
                <a16:creationId xmlns:a16="http://schemas.microsoft.com/office/drawing/2014/main" id="{930EE849-A650-7CBE-CBC6-F82F052A484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AC45369-1F65-953D-3DD3-FB47A76305A2}"/>
              </a:ext>
            </a:extLst>
          </p:cNvPr>
          <p:cNvSpPr>
            <a:spLocks noGrp="1"/>
          </p:cNvSpPr>
          <p:nvPr>
            <p:ph type="sldNum" sz="quarter" idx="12"/>
          </p:nvPr>
        </p:nvSpPr>
        <p:spPr/>
        <p:txBody>
          <a:bodyPr/>
          <a:lstStyle/>
          <a:p>
            <a:fld id="{A9F3BD4B-4FE4-43DA-8258-7DEBFCC3F692}" type="slidenum">
              <a:rPr lang="en-IN" smtClean="0"/>
              <a:t>‹#›</a:t>
            </a:fld>
            <a:endParaRPr lang="en-IN"/>
          </a:p>
        </p:txBody>
      </p:sp>
    </p:spTree>
    <p:extLst>
      <p:ext uri="{BB962C8B-B14F-4D97-AF65-F5344CB8AC3E}">
        <p14:creationId xmlns:p14="http://schemas.microsoft.com/office/powerpoint/2010/main" val="619458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A7CDE-C58D-20B7-2745-365211F99E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06CBAC1-05CE-A4A5-DF63-6B5F206033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446693C-8146-19A8-6DAF-7D18131CE4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BECE9D-1A86-78E7-0B41-A6A727B987EF}"/>
              </a:ext>
            </a:extLst>
          </p:cNvPr>
          <p:cNvSpPr>
            <a:spLocks noGrp="1"/>
          </p:cNvSpPr>
          <p:nvPr>
            <p:ph type="dt" sz="half" idx="10"/>
          </p:nvPr>
        </p:nvSpPr>
        <p:spPr/>
        <p:txBody>
          <a:bodyPr/>
          <a:lstStyle/>
          <a:p>
            <a:fld id="{53FD6569-E228-476F-96D9-016D8F1CEB33}" type="datetimeFigureOut">
              <a:rPr lang="en-IN" smtClean="0"/>
              <a:t>04-03-2026</a:t>
            </a:fld>
            <a:endParaRPr lang="en-IN"/>
          </a:p>
        </p:txBody>
      </p:sp>
      <p:sp>
        <p:nvSpPr>
          <p:cNvPr id="6" name="Footer Placeholder 5">
            <a:extLst>
              <a:ext uri="{FF2B5EF4-FFF2-40B4-BE49-F238E27FC236}">
                <a16:creationId xmlns:a16="http://schemas.microsoft.com/office/drawing/2014/main" id="{F8DDF141-65D1-FAD6-3E32-F35A56353A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605360-0435-E040-2B78-E78756F3F268}"/>
              </a:ext>
            </a:extLst>
          </p:cNvPr>
          <p:cNvSpPr>
            <a:spLocks noGrp="1"/>
          </p:cNvSpPr>
          <p:nvPr>
            <p:ph type="sldNum" sz="quarter" idx="12"/>
          </p:nvPr>
        </p:nvSpPr>
        <p:spPr/>
        <p:txBody>
          <a:bodyPr/>
          <a:lstStyle/>
          <a:p>
            <a:fld id="{A9F3BD4B-4FE4-43DA-8258-7DEBFCC3F692}" type="slidenum">
              <a:rPr lang="en-IN" smtClean="0"/>
              <a:t>‹#›</a:t>
            </a:fld>
            <a:endParaRPr lang="en-IN"/>
          </a:p>
        </p:txBody>
      </p:sp>
    </p:spTree>
    <p:extLst>
      <p:ext uri="{BB962C8B-B14F-4D97-AF65-F5344CB8AC3E}">
        <p14:creationId xmlns:p14="http://schemas.microsoft.com/office/powerpoint/2010/main" val="1403888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C8B0D-325D-06B6-D3A2-8AC5DAA771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5875229-4289-BD3B-9840-255067C8CA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76CA941-8E02-8652-6552-159048BFA3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D147A5-2943-38EF-7B09-D67500748983}"/>
              </a:ext>
            </a:extLst>
          </p:cNvPr>
          <p:cNvSpPr>
            <a:spLocks noGrp="1"/>
          </p:cNvSpPr>
          <p:nvPr>
            <p:ph type="dt" sz="half" idx="10"/>
          </p:nvPr>
        </p:nvSpPr>
        <p:spPr/>
        <p:txBody>
          <a:bodyPr/>
          <a:lstStyle/>
          <a:p>
            <a:fld id="{53FD6569-E228-476F-96D9-016D8F1CEB33}" type="datetimeFigureOut">
              <a:rPr lang="en-IN" smtClean="0"/>
              <a:t>04-03-2026</a:t>
            </a:fld>
            <a:endParaRPr lang="en-IN"/>
          </a:p>
        </p:txBody>
      </p:sp>
      <p:sp>
        <p:nvSpPr>
          <p:cNvPr id="6" name="Footer Placeholder 5">
            <a:extLst>
              <a:ext uri="{FF2B5EF4-FFF2-40B4-BE49-F238E27FC236}">
                <a16:creationId xmlns:a16="http://schemas.microsoft.com/office/drawing/2014/main" id="{DD23DDB2-D7AB-43B2-4FFE-52EDC85902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C8B1A22-F470-D0EA-B3A2-15A8B9913BB9}"/>
              </a:ext>
            </a:extLst>
          </p:cNvPr>
          <p:cNvSpPr>
            <a:spLocks noGrp="1"/>
          </p:cNvSpPr>
          <p:nvPr>
            <p:ph type="sldNum" sz="quarter" idx="12"/>
          </p:nvPr>
        </p:nvSpPr>
        <p:spPr/>
        <p:txBody>
          <a:bodyPr/>
          <a:lstStyle/>
          <a:p>
            <a:fld id="{A9F3BD4B-4FE4-43DA-8258-7DEBFCC3F692}" type="slidenum">
              <a:rPr lang="en-IN" smtClean="0"/>
              <a:t>‹#›</a:t>
            </a:fld>
            <a:endParaRPr lang="en-IN"/>
          </a:p>
        </p:txBody>
      </p:sp>
    </p:spTree>
    <p:extLst>
      <p:ext uri="{BB962C8B-B14F-4D97-AF65-F5344CB8AC3E}">
        <p14:creationId xmlns:p14="http://schemas.microsoft.com/office/powerpoint/2010/main" val="1473575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5A24A-317B-05E2-10A6-E3CD022CC77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C2C320-9E75-C47C-5C17-112D0BAE6E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F15AAB-4BE6-33AB-CFF2-1BEB9E3C772E}"/>
              </a:ext>
            </a:extLst>
          </p:cNvPr>
          <p:cNvSpPr>
            <a:spLocks noGrp="1"/>
          </p:cNvSpPr>
          <p:nvPr>
            <p:ph type="dt" sz="half" idx="10"/>
          </p:nvPr>
        </p:nvSpPr>
        <p:spPr/>
        <p:txBody>
          <a:bodyPr/>
          <a:lstStyle/>
          <a:p>
            <a:fld id="{53FD6569-E228-476F-96D9-016D8F1CEB33}" type="datetimeFigureOut">
              <a:rPr lang="en-IN" smtClean="0"/>
              <a:t>04-03-2026</a:t>
            </a:fld>
            <a:endParaRPr lang="en-IN"/>
          </a:p>
        </p:txBody>
      </p:sp>
      <p:sp>
        <p:nvSpPr>
          <p:cNvPr id="5" name="Footer Placeholder 4">
            <a:extLst>
              <a:ext uri="{FF2B5EF4-FFF2-40B4-BE49-F238E27FC236}">
                <a16:creationId xmlns:a16="http://schemas.microsoft.com/office/drawing/2014/main" id="{72533A0F-D179-2066-8A7A-07231E4E1B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529992-B9E6-9F10-E260-99B49140D815}"/>
              </a:ext>
            </a:extLst>
          </p:cNvPr>
          <p:cNvSpPr>
            <a:spLocks noGrp="1"/>
          </p:cNvSpPr>
          <p:nvPr>
            <p:ph type="sldNum" sz="quarter" idx="12"/>
          </p:nvPr>
        </p:nvSpPr>
        <p:spPr/>
        <p:txBody>
          <a:bodyPr/>
          <a:lstStyle/>
          <a:p>
            <a:fld id="{A9F3BD4B-4FE4-43DA-8258-7DEBFCC3F692}" type="slidenum">
              <a:rPr lang="en-IN" smtClean="0"/>
              <a:t>‹#›</a:t>
            </a:fld>
            <a:endParaRPr lang="en-IN"/>
          </a:p>
        </p:txBody>
      </p:sp>
    </p:spTree>
    <p:extLst>
      <p:ext uri="{BB962C8B-B14F-4D97-AF65-F5344CB8AC3E}">
        <p14:creationId xmlns:p14="http://schemas.microsoft.com/office/powerpoint/2010/main" val="1296477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B8FA78-4DF3-F6D7-C95A-F202B0FFF5C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0CA6F71-1F15-E576-9D17-D89B232965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E1FEEA-9D9B-0958-3D6E-EC8ECF3B047B}"/>
              </a:ext>
            </a:extLst>
          </p:cNvPr>
          <p:cNvSpPr>
            <a:spLocks noGrp="1"/>
          </p:cNvSpPr>
          <p:nvPr>
            <p:ph type="dt" sz="half" idx="10"/>
          </p:nvPr>
        </p:nvSpPr>
        <p:spPr/>
        <p:txBody>
          <a:bodyPr/>
          <a:lstStyle/>
          <a:p>
            <a:fld id="{53FD6569-E228-476F-96D9-016D8F1CEB33}" type="datetimeFigureOut">
              <a:rPr lang="en-IN" smtClean="0"/>
              <a:t>04-03-2026</a:t>
            </a:fld>
            <a:endParaRPr lang="en-IN"/>
          </a:p>
        </p:txBody>
      </p:sp>
      <p:sp>
        <p:nvSpPr>
          <p:cNvPr id="5" name="Footer Placeholder 4">
            <a:extLst>
              <a:ext uri="{FF2B5EF4-FFF2-40B4-BE49-F238E27FC236}">
                <a16:creationId xmlns:a16="http://schemas.microsoft.com/office/drawing/2014/main" id="{0DDF41F8-19A6-520B-1BB1-8573D5C70E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72099B-3BCF-8C5B-F76A-E82F8EB70ACD}"/>
              </a:ext>
            </a:extLst>
          </p:cNvPr>
          <p:cNvSpPr>
            <a:spLocks noGrp="1"/>
          </p:cNvSpPr>
          <p:nvPr>
            <p:ph type="sldNum" sz="quarter" idx="12"/>
          </p:nvPr>
        </p:nvSpPr>
        <p:spPr/>
        <p:txBody>
          <a:bodyPr/>
          <a:lstStyle/>
          <a:p>
            <a:fld id="{A9F3BD4B-4FE4-43DA-8258-7DEBFCC3F692}" type="slidenum">
              <a:rPr lang="en-IN" smtClean="0"/>
              <a:t>‹#›</a:t>
            </a:fld>
            <a:endParaRPr lang="en-IN"/>
          </a:p>
        </p:txBody>
      </p:sp>
    </p:spTree>
    <p:extLst>
      <p:ext uri="{BB962C8B-B14F-4D97-AF65-F5344CB8AC3E}">
        <p14:creationId xmlns:p14="http://schemas.microsoft.com/office/powerpoint/2010/main" val="40750078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Tree>
    <p:extLst>
      <p:ext uri="{BB962C8B-B14F-4D97-AF65-F5344CB8AC3E}">
        <p14:creationId xmlns:p14="http://schemas.microsoft.com/office/powerpoint/2010/main" val="2890785968"/>
      </p:ext>
    </p:extLst>
  </p:cSld>
  <p:clrMapOvr>
    <a:masterClrMapping/>
  </p:clrMapOvr>
  <p:transition>
    <p:fade/>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2"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6" y="1611250"/>
            <a:ext cx="0" cy="4563213"/>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42684697"/>
      </p:ext>
    </p:extLst>
  </p:cSld>
  <p:clrMapOvr>
    <a:masterClrMapping/>
  </p:clrMapOvr>
  <p:transition>
    <p:fade/>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544286"/>
          </a:xfrm>
        </p:spPr>
        <p:txBody>
          <a:bodyPr/>
          <a:lstStyle>
            <a:lvl1pPr>
              <a:spcBef>
                <a:spcPts val="392"/>
              </a:spcBef>
              <a:spcAft>
                <a:spcPts val="588"/>
              </a:spcAft>
              <a:defRPr sz="2400" b="0">
                <a:latin typeface="+mn-lt"/>
              </a:defRPr>
            </a:lvl1pPr>
            <a:lvl2pPr>
              <a:spcBef>
                <a:spcPts val="392"/>
              </a:spcBef>
              <a:spcAft>
                <a:spcPts val="588"/>
              </a:spcAft>
              <a:defRPr sz="2400" b="0">
                <a:latin typeface="+mn-lt"/>
              </a:defRPr>
            </a:lvl2pPr>
            <a:lvl3pPr>
              <a:spcBef>
                <a:spcPts val="392"/>
              </a:spcBef>
              <a:spcAft>
                <a:spcPts val="588"/>
              </a:spcAft>
              <a:defRPr sz="2400" b="0">
                <a:latin typeface="+mn-lt"/>
              </a:defRPr>
            </a:lvl3pPr>
            <a:lvl4pPr>
              <a:spcBef>
                <a:spcPts val="392"/>
              </a:spcBef>
              <a:spcAft>
                <a:spcPts val="588"/>
              </a:spcAft>
              <a:defRPr sz="2400" b="0">
                <a:latin typeface="+mn-lt"/>
              </a:defRPr>
            </a:lvl4pPr>
            <a:lvl5pPr>
              <a:spcBef>
                <a:spcPts val="392"/>
              </a:spcBef>
              <a:spcAft>
                <a:spcPts val="588"/>
              </a:spcAft>
              <a:defRPr sz="2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79891601"/>
      </p:ext>
    </p:extLst>
  </p:cSld>
  <p:clrMapOvr>
    <a:masterClrMapping/>
  </p:clrMapOvr>
  <p:transition>
    <p:fade/>
  </p:transition>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dirty="0"/>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9697686" y="2526646"/>
            <a:ext cx="2082603" cy="1784048"/>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p:spPr>
        <p:txBody>
          <a:bodyPr anchor="ctr">
            <a:noAutofit/>
          </a:bodyPr>
          <a:lstStyle>
            <a:lvl1pPr algn="ctr">
              <a:defRPr/>
            </a:lvl1pPr>
          </a:lstStyle>
          <a:p>
            <a:r>
              <a:rPr lang="en-US"/>
              <a:t>Click icon to add picture</a:t>
            </a:r>
          </a:p>
        </p:txBody>
      </p:sp>
    </p:spTree>
    <p:extLst>
      <p:ext uri="{BB962C8B-B14F-4D97-AF65-F5344CB8AC3E}">
        <p14:creationId xmlns:p14="http://schemas.microsoft.com/office/powerpoint/2010/main" val="2590857444"/>
      </p:ext>
    </p:extLst>
  </p:cSld>
  <p:clrMapOvr>
    <a:masterClrMapping/>
  </p:clrMapOvr>
  <p:transition>
    <p:fade/>
  </p:transition>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3"/>
            <a:ext cx="5578933"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9" name="Text Placeholder 4"/>
          <p:cNvSpPr>
            <a:spLocks noGrp="1"/>
          </p:cNvSpPr>
          <p:nvPr>
            <p:ph type="body" sz="quarter" idx="12" hasCustomPrompt="1"/>
          </p:nvPr>
        </p:nvSpPr>
        <p:spPr>
          <a:xfrm>
            <a:off x="418643" y="2628195"/>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457323"/>
            <a:ext cx="5572801"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8428374"/>
      </p:ext>
    </p:extLst>
  </p:cSld>
  <p:clrMapOvr>
    <a:masterClrMapping/>
  </p:clrMapOvr>
  <p:transition>
    <p:fade/>
  </p:transition>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32089" y="1083334"/>
            <a:ext cx="11341268" cy="400110"/>
          </a:xfrm>
        </p:spPr>
        <p:txBody>
          <a:bodyPr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Tree>
    <p:extLst>
      <p:ext uri="{BB962C8B-B14F-4D97-AF65-F5344CB8AC3E}">
        <p14:creationId xmlns:p14="http://schemas.microsoft.com/office/powerpoint/2010/main" val="1387366921"/>
      </p:ext>
    </p:extLst>
  </p:cSld>
  <p:clrMapOvr>
    <a:masterClrMapping/>
  </p:clrMapOvr>
  <p:transition>
    <p:fade/>
  </p:transition>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3"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6378403"/>
      </p:ext>
    </p:extLst>
  </p:cSld>
  <p:clrMapOvr>
    <a:masterClrMapping/>
  </p:clrMapOvr>
  <p:transition>
    <p:fade/>
  </p:transition>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17EBED-53CD-54CE-BFC4-6AED695B6D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501051-38D6-F09E-9055-44F4E35947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189772A-0816-A1EC-2942-C6F7976902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FD6569-E228-476F-96D9-016D8F1CEB33}" type="datetimeFigureOut">
              <a:rPr lang="en-IN" smtClean="0"/>
              <a:t>04-03-2026</a:t>
            </a:fld>
            <a:endParaRPr lang="en-IN"/>
          </a:p>
        </p:txBody>
      </p:sp>
      <p:sp>
        <p:nvSpPr>
          <p:cNvPr id="5" name="Footer Placeholder 4">
            <a:extLst>
              <a:ext uri="{FF2B5EF4-FFF2-40B4-BE49-F238E27FC236}">
                <a16:creationId xmlns:a16="http://schemas.microsoft.com/office/drawing/2014/main" id="{D745DFA0-BA2E-D798-01B4-3E3946C727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AAA7504-424B-1C31-C4AF-570B78BD5F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F3BD4B-4FE4-43DA-8258-7DEBFCC3F692}" type="slidenum">
              <a:rPr lang="en-IN" smtClean="0"/>
              <a:t>‹#›</a:t>
            </a:fld>
            <a:endParaRPr lang="en-IN"/>
          </a:p>
        </p:txBody>
      </p:sp>
    </p:spTree>
    <p:extLst>
      <p:ext uri="{BB962C8B-B14F-4D97-AF65-F5344CB8AC3E}">
        <p14:creationId xmlns:p14="http://schemas.microsoft.com/office/powerpoint/2010/main" val="1219149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customXml" Target="../ink/ink4.xml"/><Relationship Id="rId18" Type="http://schemas.openxmlformats.org/officeDocument/2006/relationships/image" Target="../media/image10.png"/><Relationship Id="rId3" Type="http://schemas.openxmlformats.org/officeDocument/2006/relationships/image" Target="../media/image1.png"/><Relationship Id="rId21" Type="http://schemas.openxmlformats.org/officeDocument/2006/relationships/customXml" Target="../ink/ink8.xml"/><Relationship Id="rId7" Type="http://schemas.openxmlformats.org/officeDocument/2006/relationships/customXml" Target="../ink/ink1.xml"/><Relationship Id="rId12" Type="http://schemas.openxmlformats.org/officeDocument/2006/relationships/image" Target="../media/image7.png"/><Relationship Id="rId17" Type="http://schemas.openxmlformats.org/officeDocument/2006/relationships/customXml" Target="../ink/ink6.xml"/><Relationship Id="rId2" Type="http://schemas.openxmlformats.org/officeDocument/2006/relationships/notesSlide" Target="../notesSlides/notesSlide1.xml"/><Relationship Id="rId16" Type="http://schemas.openxmlformats.org/officeDocument/2006/relationships/image" Target="../media/image9.png"/><Relationship Id="rId20" Type="http://schemas.openxmlformats.org/officeDocument/2006/relationships/image" Target="../media/image11.png"/><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customXml" Target="../ink/ink3.xml"/><Relationship Id="rId24" Type="http://schemas.openxmlformats.org/officeDocument/2006/relationships/image" Target="../media/image13.png"/><Relationship Id="rId5" Type="http://schemas.openxmlformats.org/officeDocument/2006/relationships/image" Target="../media/image3.png"/><Relationship Id="rId15" Type="http://schemas.openxmlformats.org/officeDocument/2006/relationships/customXml" Target="../ink/ink5.xml"/><Relationship Id="rId23" Type="http://schemas.openxmlformats.org/officeDocument/2006/relationships/customXml" Target="../ink/ink9.xml"/><Relationship Id="rId10" Type="http://schemas.openxmlformats.org/officeDocument/2006/relationships/image" Target="../media/image6.png"/><Relationship Id="rId19" Type="http://schemas.openxmlformats.org/officeDocument/2006/relationships/customXml" Target="../ink/ink7.xml"/><Relationship Id="rId4" Type="http://schemas.openxmlformats.org/officeDocument/2006/relationships/image" Target="../media/image2.png"/><Relationship Id="rId9" Type="http://schemas.openxmlformats.org/officeDocument/2006/relationships/customXml" Target="../ink/ink2.xml"/><Relationship Id="rId14" Type="http://schemas.openxmlformats.org/officeDocument/2006/relationships/image" Target="../media/image8.png"/><Relationship Id="rId22"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6.xml"/><Relationship Id="rId1" Type="http://schemas.openxmlformats.org/officeDocument/2006/relationships/slideLayout" Target="../slideLayouts/slideLayout16.xml"/><Relationship Id="rId6"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customXml" Target="../ink/ink15.xml"/><Relationship Id="rId18" Type="http://schemas.openxmlformats.org/officeDocument/2006/relationships/image" Target="../media/image66.png"/><Relationship Id="rId26" Type="http://schemas.openxmlformats.org/officeDocument/2006/relationships/image" Target="../media/image70.png"/><Relationship Id="rId3" Type="http://schemas.openxmlformats.org/officeDocument/2006/relationships/image" Target="../media/image18.png"/><Relationship Id="rId21" Type="http://schemas.openxmlformats.org/officeDocument/2006/relationships/customXml" Target="../ink/ink19.xml"/><Relationship Id="rId7" Type="http://schemas.openxmlformats.org/officeDocument/2006/relationships/customXml" Target="../ink/ink12.xml"/><Relationship Id="rId12" Type="http://schemas.openxmlformats.org/officeDocument/2006/relationships/image" Target="../media/image63.png"/><Relationship Id="rId17" Type="http://schemas.openxmlformats.org/officeDocument/2006/relationships/customXml" Target="../ink/ink17.xml"/><Relationship Id="rId25" Type="http://schemas.openxmlformats.org/officeDocument/2006/relationships/customXml" Target="../ink/ink21.xml"/><Relationship Id="rId2" Type="http://schemas.openxmlformats.org/officeDocument/2006/relationships/notesSlide" Target="../notesSlides/notesSlide8.xml"/><Relationship Id="rId16" Type="http://schemas.openxmlformats.org/officeDocument/2006/relationships/image" Target="../media/image65.png"/><Relationship Id="rId20" Type="http://schemas.openxmlformats.org/officeDocument/2006/relationships/image" Target="../media/image67.png"/><Relationship Id="rId29" Type="http://schemas.openxmlformats.org/officeDocument/2006/relationships/customXml" Target="../ink/ink23.xml"/><Relationship Id="rId1" Type="http://schemas.openxmlformats.org/officeDocument/2006/relationships/slideLayout" Target="../slideLayouts/slideLayout14.xml"/><Relationship Id="rId6" Type="http://schemas.openxmlformats.org/officeDocument/2006/relationships/image" Target="../media/image60.png"/><Relationship Id="rId11" Type="http://schemas.openxmlformats.org/officeDocument/2006/relationships/customXml" Target="../ink/ink14.xml"/><Relationship Id="rId24" Type="http://schemas.openxmlformats.org/officeDocument/2006/relationships/image" Target="../media/image69.png"/><Relationship Id="rId32" Type="http://schemas.openxmlformats.org/officeDocument/2006/relationships/image" Target="../media/image73.png"/><Relationship Id="rId5" Type="http://schemas.openxmlformats.org/officeDocument/2006/relationships/customXml" Target="../ink/ink11.xml"/><Relationship Id="rId15" Type="http://schemas.openxmlformats.org/officeDocument/2006/relationships/customXml" Target="../ink/ink16.xml"/><Relationship Id="rId23" Type="http://schemas.openxmlformats.org/officeDocument/2006/relationships/customXml" Target="../ink/ink20.xml"/><Relationship Id="rId28" Type="http://schemas.openxmlformats.org/officeDocument/2006/relationships/image" Target="../media/image71.png"/><Relationship Id="rId10" Type="http://schemas.openxmlformats.org/officeDocument/2006/relationships/image" Target="../media/image62.png"/><Relationship Id="rId19" Type="http://schemas.openxmlformats.org/officeDocument/2006/relationships/customXml" Target="../ink/ink18.xml"/><Relationship Id="rId31" Type="http://schemas.openxmlformats.org/officeDocument/2006/relationships/customXml" Target="../ink/ink24.xml"/><Relationship Id="rId4" Type="http://schemas.openxmlformats.org/officeDocument/2006/relationships/image" Target="../media/image19.svg"/><Relationship Id="rId9" Type="http://schemas.openxmlformats.org/officeDocument/2006/relationships/customXml" Target="../ink/ink13.xml"/><Relationship Id="rId14" Type="http://schemas.openxmlformats.org/officeDocument/2006/relationships/image" Target="../media/image64.png"/><Relationship Id="rId22" Type="http://schemas.openxmlformats.org/officeDocument/2006/relationships/image" Target="../media/image68.png"/><Relationship Id="rId27" Type="http://schemas.openxmlformats.org/officeDocument/2006/relationships/customXml" Target="../ink/ink22.xml"/><Relationship Id="rId30" Type="http://schemas.openxmlformats.org/officeDocument/2006/relationships/image" Target="../media/image72.png"/></Relationships>
</file>

<file path=ppt/slides/_rels/slide9.xml.rels><?xml version="1.0" encoding="UTF-8" standalone="yes"?>
<Relationships xmlns="http://schemas.openxmlformats.org/package/2006/relationships"><Relationship Id="rId8" Type="http://schemas.openxmlformats.org/officeDocument/2006/relationships/customXml" Target="../ink/ink27.xml"/><Relationship Id="rId3" Type="http://schemas.openxmlformats.org/officeDocument/2006/relationships/image" Target="../media/image20.png"/><Relationship Id="rId7" Type="http://schemas.openxmlformats.org/officeDocument/2006/relationships/image" Target="../media/image82.png"/><Relationship Id="rId2" Type="http://schemas.openxmlformats.org/officeDocument/2006/relationships/notesSlide" Target="../notesSlides/notesSlide9.xml"/><Relationship Id="rId1" Type="http://schemas.openxmlformats.org/officeDocument/2006/relationships/slideLayout" Target="../slideLayouts/slideLayout17.xml"/><Relationship Id="rId6" Type="http://schemas.openxmlformats.org/officeDocument/2006/relationships/customXml" Target="../ink/ink26.xml"/><Relationship Id="rId5" Type="http://schemas.openxmlformats.org/officeDocument/2006/relationships/image" Target="../media/image81.png"/><Relationship Id="rId4" Type="http://schemas.openxmlformats.org/officeDocument/2006/relationships/customXml" Target="../ink/ink25.xml"/><Relationship Id="rId9" Type="http://schemas.openxmlformats.org/officeDocument/2006/relationships/image" Target="../media/image83.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86.png"/><Relationship Id="rId2" Type="http://schemas.openxmlformats.org/officeDocument/2006/relationships/notesSlide" Target="../notesSlides/notesSlide10.xml"/><Relationship Id="rId1" Type="http://schemas.openxmlformats.org/officeDocument/2006/relationships/slideLayout" Target="../slideLayouts/slideLayout17.xml"/><Relationship Id="rId6" Type="http://schemas.openxmlformats.org/officeDocument/2006/relationships/customXml" Target="../ink/ink29.xml"/><Relationship Id="rId5" Type="http://schemas.openxmlformats.org/officeDocument/2006/relationships/image" Target="../media/image85.png"/><Relationship Id="rId4" Type="http://schemas.openxmlformats.org/officeDocument/2006/relationships/customXml" Target="../ink/ink28.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4.xml"/><Relationship Id="rId6" Type="http://schemas.openxmlformats.org/officeDocument/2006/relationships/image" Target="../media/image89.png"/><Relationship Id="rId5" Type="http://schemas.openxmlformats.org/officeDocument/2006/relationships/customXml" Target="../ink/ink30.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customXml" Target="../ink/ink31.xml"/><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154.png"/></Relationships>
</file>

<file path=ppt/slides/_rels/slide15.xml.rels><?xml version="1.0" encoding="UTF-8" standalone="yes"?>
<Relationships xmlns="http://schemas.openxmlformats.org/package/2006/relationships"><Relationship Id="rId8" Type="http://schemas.openxmlformats.org/officeDocument/2006/relationships/image" Target="../media/image29.svg"/><Relationship Id="rId13" Type="http://schemas.openxmlformats.org/officeDocument/2006/relationships/image" Target="../media/image34.sv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15.xml"/><Relationship Id="rId16" Type="http://schemas.openxmlformats.org/officeDocument/2006/relationships/image" Target="../media/image37.png"/><Relationship Id="rId1" Type="http://schemas.openxmlformats.org/officeDocument/2006/relationships/slideLayout" Target="../slideLayouts/slideLayout14.xml"/><Relationship Id="rId6" Type="http://schemas.openxmlformats.org/officeDocument/2006/relationships/image" Target="../media/image27.svg"/><Relationship Id="rId11" Type="http://schemas.openxmlformats.org/officeDocument/2006/relationships/image" Target="../media/image32.png"/><Relationship Id="rId5" Type="http://schemas.openxmlformats.org/officeDocument/2006/relationships/image" Target="../media/image26.png"/><Relationship Id="rId15" Type="http://schemas.openxmlformats.org/officeDocument/2006/relationships/image" Target="../media/image36.sv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 Id="rId14" Type="http://schemas.openxmlformats.org/officeDocument/2006/relationships/image" Target="../media/image3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8" Type="http://schemas.openxmlformats.org/officeDocument/2006/relationships/customXml" Target="../ink/ink34.xml"/><Relationship Id="rId13" Type="http://schemas.openxmlformats.org/officeDocument/2006/relationships/image" Target="../media/image39.png"/><Relationship Id="rId18" Type="http://schemas.openxmlformats.org/officeDocument/2006/relationships/customXml" Target="../ink/ink39.xml"/><Relationship Id="rId3" Type="http://schemas.openxmlformats.org/officeDocument/2006/relationships/hyperlink" Target="https://aka.ms/PairedRegions" TargetMode="External"/><Relationship Id="rId21" Type="http://schemas.openxmlformats.org/officeDocument/2006/relationships/image" Target="../media/image43.png"/><Relationship Id="rId7" Type="http://schemas.openxmlformats.org/officeDocument/2006/relationships/image" Target="../media/image194.png"/><Relationship Id="rId12" Type="http://schemas.openxmlformats.org/officeDocument/2006/relationships/customXml" Target="../ink/ink36.xml"/><Relationship Id="rId17" Type="http://schemas.openxmlformats.org/officeDocument/2006/relationships/image" Target="../media/image41.png"/><Relationship Id="rId25" Type="http://schemas.openxmlformats.org/officeDocument/2006/relationships/image" Target="../media/image45.png"/><Relationship Id="rId2" Type="http://schemas.openxmlformats.org/officeDocument/2006/relationships/notesSlide" Target="../notesSlides/notesSlide18.xml"/><Relationship Id="rId16" Type="http://schemas.openxmlformats.org/officeDocument/2006/relationships/customXml" Target="../ink/ink38.xml"/><Relationship Id="rId20" Type="http://schemas.openxmlformats.org/officeDocument/2006/relationships/customXml" Target="../ink/ink40.xml"/><Relationship Id="rId1" Type="http://schemas.openxmlformats.org/officeDocument/2006/relationships/slideLayout" Target="../slideLayouts/slideLayout14.xml"/><Relationship Id="rId6" Type="http://schemas.openxmlformats.org/officeDocument/2006/relationships/customXml" Target="../ink/ink33.xml"/><Relationship Id="rId11" Type="http://schemas.openxmlformats.org/officeDocument/2006/relationships/image" Target="../media/image196.png"/><Relationship Id="rId24" Type="http://schemas.openxmlformats.org/officeDocument/2006/relationships/customXml" Target="../ink/ink42.xml"/><Relationship Id="rId5" Type="http://schemas.openxmlformats.org/officeDocument/2006/relationships/image" Target="../media/image170.png"/><Relationship Id="rId15" Type="http://schemas.openxmlformats.org/officeDocument/2006/relationships/image" Target="../media/image40.png"/><Relationship Id="rId23" Type="http://schemas.openxmlformats.org/officeDocument/2006/relationships/image" Target="../media/image44.png"/><Relationship Id="rId10" Type="http://schemas.openxmlformats.org/officeDocument/2006/relationships/customXml" Target="../ink/ink35.xml"/><Relationship Id="rId19" Type="http://schemas.openxmlformats.org/officeDocument/2006/relationships/image" Target="../media/image42.png"/><Relationship Id="rId4" Type="http://schemas.openxmlformats.org/officeDocument/2006/relationships/customXml" Target="../ink/ink32.xml"/><Relationship Id="rId9" Type="http://schemas.openxmlformats.org/officeDocument/2006/relationships/image" Target="../media/image195.png"/><Relationship Id="rId14" Type="http://schemas.openxmlformats.org/officeDocument/2006/relationships/customXml" Target="../ink/ink37.xml"/><Relationship Id="rId22" Type="http://schemas.openxmlformats.org/officeDocument/2006/relationships/customXml" Target="../ink/ink4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0.xml"/><Relationship Id="rId1" Type="http://schemas.openxmlformats.org/officeDocument/2006/relationships/slideLayout" Target="../slideLayouts/slideLayout14.xml"/><Relationship Id="rId4" Type="http://schemas.openxmlformats.org/officeDocument/2006/relationships/image" Target="../media/image47.png"/></Relationships>
</file>

<file path=ppt/slides/_rels/slide21.xml.rels><?xml version="1.0" encoding="UTF-8" standalone="yes"?>
<Relationships xmlns="http://schemas.openxmlformats.org/package/2006/relationships"><Relationship Id="rId8" Type="http://schemas.openxmlformats.org/officeDocument/2006/relationships/image" Target="../media/image53.svg"/><Relationship Id="rId13" Type="http://schemas.openxmlformats.org/officeDocument/2006/relationships/image" Target="../media/image58.png"/><Relationship Id="rId3" Type="http://schemas.openxmlformats.org/officeDocument/2006/relationships/image" Target="../media/image48.png"/><Relationship Id="rId7" Type="http://schemas.openxmlformats.org/officeDocument/2006/relationships/image" Target="../media/image52.png"/><Relationship Id="rId12" Type="http://schemas.openxmlformats.org/officeDocument/2006/relationships/image" Target="../media/image57.svg"/><Relationship Id="rId2" Type="http://schemas.openxmlformats.org/officeDocument/2006/relationships/notesSlide" Target="../notesSlides/notesSlide21.xml"/><Relationship Id="rId1" Type="http://schemas.openxmlformats.org/officeDocument/2006/relationships/slideLayout" Target="../slideLayouts/slideLayout14.xml"/><Relationship Id="rId6" Type="http://schemas.openxmlformats.org/officeDocument/2006/relationships/image" Target="../media/image51.svg"/><Relationship Id="rId11" Type="http://schemas.openxmlformats.org/officeDocument/2006/relationships/image" Target="../media/image56.png"/><Relationship Id="rId5" Type="http://schemas.openxmlformats.org/officeDocument/2006/relationships/image" Target="../media/image50.png"/><Relationship Id="rId10" Type="http://schemas.openxmlformats.org/officeDocument/2006/relationships/image" Target="../media/image55.svg"/><Relationship Id="rId4" Type="http://schemas.openxmlformats.org/officeDocument/2006/relationships/image" Target="../media/image49.svg"/><Relationship Id="rId9" Type="http://schemas.openxmlformats.org/officeDocument/2006/relationships/image" Target="../media/image54.png"/><Relationship Id="rId14" Type="http://schemas.openxmlformats.org/officeDocument/2006/relationships/image" Target="../media/image59.svg"/></Relationships>
</file>

<file path=ppt/slides/_rels/slide2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2.xml"/><Relationship Id="rId1" Type="http://schemas.openxmlformats.org/officeDocument/2006/relationships/slideLayout" Target="../slideLayouts/slideLayout14.xml"/><Relationship Id="rId5" Type="http://schemas.openxmlformats.org/officeDocument/2006/relationships/image" Target="../media/image76.png"/><Relationship Id="rId4" Type="http://schemas.openxmlformats.org/officeDocument/2006/relationships/image" Target="../media/image75.png"/></Relationships>
</file>

<file path=ppt/slides/_rels/slide2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4.xml"/><Relationship Id="rId1" Type="http://schemas.openxmlformats.org/officeDocument/2006/relationships/slideLayout" Target="../slideLayouts/slideLayout14.xml"/><Relationship Id="rId4" Type="http://schemas.openxmlformats.org/officeDocument/2006/relationships/image" Target="../media/image79.png"/></Relationships>
</file>

<file path=ppt/slides/_rels/slide2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8A0DD-AACB-4E81-89A9-F9712B277B26}"/>
              </a:ext>
            </a:extLst>
          </p:cNvPr>
          <p:cNvSpPr>
            <a:spLocks noGrp="1"/>
          </p:cNvSpPr>
          <p:nvPr>
            <p:ph type="title"/>
          </p:nvPr>
        </p:nvSpPr>
        <p:spPr/>
        <p:txBody>
          <a:bodyPr/>
          <a:lstStyle/>
          <a:p>
            <a:r>
              <a:rPr lang="en-US" dirty="0"/>
              <a:t>What is cloud computing?</a:t>
            </a:r>
          </a:p>
        </p:txBody>
      </p:sp>
      <p:grpSp>
        <p:nvGrpSpPr>
          <p:cNvPr id="11" name="Group 10" descr="Group of four icons representing the primary cloud computing services of Compute, Networking, Storage, and Analytics.">
            <a:extLst>
              <a:ext uri="{FF2B5EF4-FFF2-40B4-BE49-F238E27FC236}">
                <a16:creationId xmlns:a16="http://schemas.microsoft.com/office/drawing/2014/main" id="{68904154-111F-4304-AA2F-7C4A2515192E}"/>
              </a:ext>
              <a:ext uri="{C183D7F6-B498-43B3-948B-1728B52AA6E4}">
                <adec:decorative xmlns:adec="http://schemas.microsoft.com/office/drawing/2017/decorative" val="0"/>
              </a:ext>
            </a:extLst>
          </p:cNvPr>
          <p:cNvGrpSpPr/>
          <p:nvPr/>
        </p:nvGrpSpPr>
        <p:grpSpPr>
          <a:xfrm>
            <a:off x="479044" y="2916926"/>
            <a:ext cx="11220466" cy="2391444"/>
            <a:chOff x="539445" y="3228212"/>
            <a:chExt cx="11220466" cy="2391444"/>
          </a:xfrm>
        </p:grpSpPr>
        <p:grpSp>
          <p:nvGrpSpPr>
            <p:cNvPr id="3" name="Group 2">
              <a:extLst>
                <a:ext uri="{FF2B5EF4-FFF2-40B4-BE49-F238E27FC236}">
                  <a16:creationId xmlns:a16="http://schemas.microsoft.com/office/drawing/2014/main" id="{652F5B9A-A7EC-4198-A7FA-6ACD5E118C7B}"/>
                </a:ext>
              </a:extLst>
            </p:cNvPr>
            <p:cNvGrpSpPr/>
            <p:nvPr/>
          </p:nvGrpSpPr>
          <p:grpSpPr>
            <a:xfrm>
              <a:off x="539445" y="3269921"/>
              <a:ext cx="2224207" cy="2308027"/>
              <a:chOff x="399296" y="1585661"/>
              <a:chExt cx="2224207" cy="2308027"/>
            </a:xfrm>
          </p:grpSpPr>
          <p:pic>
            <p:nvPicPr>
              <p:cNvPr id="10" name="Picture 9" descr="Icon representing racks of servers for compute.">
                <a:extLst>
                  <a:ext uri="{FF2B5EF4-FFF2-40B4-BE49-F238E27FC236}">
                    <a16:creationId xmlns:a16="http://schemas.microsoft.com/office/drawing/2014/main" id="{DA68CE46-13B0-4933-82FB-AAEC33D636F7}"/>
                  </a:ext>
                </a:extLst>
              </p:cNvPr>
              <p:cNvPicPr>
                <a:picLocks noChangeAspect="1"/>
              </p:cNvPicPr>
              <p:nvPr/>
            </p:nvPicPr>
            <p:blipFill>
              <a:blip r:embed="rId3"/>
              <a:stretch>
                <a:fillRect/>
              </a:stretch>
            </p:blipFill>
            <p:spPr>
              <a:xfrm>
                <a:off x="681236" y="1585661"/>
                <a:ext cx="1660327" cy="1660327"/>
              </a:xfrm>
              <a:prstGeom prst="rect">
                <a:avLst/>
              </a:prstGeom>
            </p:spPr>
          </p:pic>
          <p:sp>
            <p:nvSpPr>
              <p:cNvPr id="12" name="TextBox 11">
                <a:extLst>
                  <a:ext uri="{FF2B5EF4-FFF2-40B4-BE49-F238E27FC236}">
                    <a16:creationId xmlns:a16="http://schemas.microsoft.com/office/drawing/2014/main" id="{0530D0D9-8AD5-4B81-8E9B-734313E84CAA}"/>
                  </a:ext>
                </a:extLst>
              </p:cNvPr>
              <p:cNvSpPr txBox="1"/>
              <p:nvPr/>
            </p:nvSpPr>
            <p:spPr>
              <a:xfrm>
                <a:off x="399296" y="3265824"/>
                <a:ext cx="2224207" cy="627864"/>
              </a:xfrm>
              <a:prstGeom prst="rect">
                <a:avLst/>
              </a:prstGeom>
              <a:noFill/>
            </p:spPr>
            <p:txBody>
              <a:bodyPr wrap="square" lIns="182880" tIns="146304" rIns="182880" bIns="146304" rtlCol="0">
                <a:spAutoFit/>
              </a:bodyPr>
              <a:lstStyle/>
              <a:p>
                <a:pPr algn="ctr">
                  <a:lnSpc>
                    <a:spcPct val="90000"/>
                  </a:lnSpc>
                  <a:spcAft>
                    <a:spcPts val="600"/>
                  </a:spcAft>
                </a:pPr>
                <a:r>
                  <a:rPr lang="en-US" sz="2400" dirty="0">
                    <a:gradFill>
                      <a:gsLst>
                        <a:gs pos="2917">
                          <a:schemeClr val="tx1"/>
                        </a:gs>
                        <a:gs pos="30000">
                          <a:schemeClr val="tx1"/>
                        </a:gs>
                      </a:gsLst>
                      <a:lin ang="5400000" scaled="0"/>
                    </a:gradFill>
                  </a:rPr>
                  <a:t>Compute</a:t>
                </a:r>
              </a:p>
            </p:txBody>
          </p:sp>
        </p:grpSp>
        <p:grpSp>
          <p:nvGrpSpPr>
            <p:cNvPr id="7" name="Group 6">
              <a:extLst>
                <a:ext uri="{FF2B5EF4-FFF2-40B4-BE49-F238E27FC236}">
                  <a16:creationId xmlns:a16="http://schemas.microsoft.com/office/drawing/2014/main" id="{899D3FED-EEB3-4446-8014-6420D6D4E348}"/>
                </a:ext>
              </a:extLst>
            </p:cNvPr>
            <p:cNvGrpSpPr/>
            <p:nvPr/>
          </p:nvGrpSpPr>
          <p:grpSpPr>
            <a:xfrm>
              <a:off x="6865233" y="3260162"/>
              <a:ext cx="1933906" cy="2327544"/>
              <a:chOff x="3510964" y="1555011"/>
              <a:chExt cx="1933906" cy="2327544"/>
            </a:xfrm>
          </p:grpSpPr>
          <p:pic>
            <p:nvPicPr>
              <p:cNvPr id="14" name="Picture 13" descr="Bar graphic representing data being stored on cloud servers">
                <a:extLst>
                  <a:ext uri="{FF2B5EF4-FFF2-40B4-BE49-F238E27FC236}">
                    <a16:creationId xmlns:a16="http://schemas.microsoft.com/office/drawing/2014/main" id="{331D7798-697F-4A11-B086-1F02D32E0452}"/>
                  </a:ext>
                </a:extLst>
              </p:cNvPr>
              <p:cNvPicPr>
                <a:picLocks noChangeAspect="1"/>
              </p:cNvPicPr>
              <p:nvPr/>
            </p:nvPicPr>
            <p:blipFill>
              <a:blip r:embed="rId4"/>
              <a:stretch>
                <a:fillRect/>
              </a:stretch>
            </p:blipFill>
            <p:spPr>
              <a:xfrm>
                <a:off x="3647753" y="1555011"/>
                <a:ext cx="1660328" cy="1663438"/>
              </a:xfrm>
              <a:prstGeom prst="rect">
                <a:avLst/>
              </a:prstGeom>
            </p:spPr>
          </p:pic>
          <p:sp>
            <p:nvSpPr>
              <p:cNvPr id="16" name="TextBox 15">
                <a:extLst>
                  <a:ext uri="{FF2B5EF4-FFF2-40B4-BE49-F238E27FC236}">
                    <a16:creationId xmlns:a16="http://schemas.microsoft.com/office/drawing/2014/main" id="{29032DBA-378A-4146-9E00-4FBFE800FB40}"/>
                  </a:ext>
                </a:extLst>
              </p:cNvPr>
              <p:cNvSpPr txBox="1"/>
              <p:nvPr/>
            </p:nvSpPr>
            <p:spPr>
              <a:xfrm>
                <a:off x="3510964" y="3254691"/>
                <a:ext cx="1933906" cy="627864"/>
              </a:xfrm>
              <a:prstGeom prst="rect">
                <a:avLst/>
              </a:prstGeom>
              <a:noFill/>
            </p:spPr>
            <p:txBody>
              <a:bodyPr wrap="square" lIns="182880" tIns="146304" rIns="182880" bIns="146304" rtlCol="0">
                <a:spAutoFit/>
              </a:bodyPr>
              <a:lstStyle/>
              <a:p>
                <a:pPr algn="ctr">
                  <a:lnSpc>
                    <a:spcPct val="90000"/>
                  </a:lnSpc>
                  <a:spcAft>
                    <a:spcPts val="600"/>
                  </a:spcAft>
                </a:pPr>
                <a:r>
                  <a:rPr lang="en-US" sz="2400" dirty="0">
                    <a:gradFill>
                      <a:gsLst>
                        <a:gs pos="2917">
                          <a:schemeClr val="tx1"/>
                        </a:gs>
                        <a:gs pos="30000">
                          <a:schemeClr val="tx1"/>
                        </a:gs>
                      </a:gsLst>
                      <a:lin ang="5400000" scaled="0"/>
                    </a:gradFill>
                  </a:rPr>
                  <a:t>Storage</a:t>
                </a:r>
              </a:p>
            </p:txBody>
          </p:sp>
        </p:grpSp>
        <p:grpSp>
          <p:nvGrpSpPr>
            <p:cNvPr id="6" name="Group 5">
              <a:extLst>
                <a:ext uri="{FF2B5EF4-FFF2-40B4-BE49-F238E27FC236}">
                  <a16:creationId xmlns:a16="http://schemas.microsoft.com/office/drawing/2014/main" id="{E5ACEE51-B89F-4E8E-B2E5-8D04E253717F}"/>
                </a:ext>
              </a:extLst>
            </p:cNvPr>
            <p:cNvGrpSpPr/>
            <p:nvPr/>
          </p:nvGrpSpPr>
          <p:grpSpPr>
            <a:xfrm>
              <a:off x="3406209" y="3228212"/>
              <a:ext cx="2683067" cy="2391444"/>
              <a:chOff x="169865" y="3944174"/>
              <a:chExt cx="2683067" cy="2391444"/>
            </a:xfrm>
          </p:grpSpPr>
          <p:pic>
            <p:nvPicPr>
              <p:cNvPr id="18" name="Picture 17" descr="Picture of two arrows showing data flowing on a network.">
                <a:extLst>
                  <a:ext uri="{FF2B5EF4-FFF2-40B4-BE49-F238E27FC236}">
                    <a16:creationId xmlns:a16="http://schemas.microsoft.com/office/drawing/2014/main" id="{1EFC28B6-3501-43D3-9036-F670AF42654E}"/>
                  </a:ext>
                </a:extLst>
              </p:cNvPr>
              <p:cNvPicPr>
                <a:picLocks noChangeAspect="1"/>
              </p:cNvPicPr>
              <p:nvPr/>
            </p:nvPicPr>
            <p:blipFill>
              <a:blip r:embed="rId5"/>
              <a:stretch>
                <a:fillRect/>
              </a:stretch>
            </p:blipFill>
            <p:spPr>
              <a:xfrm>
                <a:off x="681235" y="3944174"/>
                <a:ext cx="1660327" cy="1660327"/>
              </a:xfrm>
              <a:prstGeom prst="rect">
                <a:avLst/>
              </a:prstGeom>
            </p:spPr>
          </p:pic>
          <p:sp>
            <p:nvSpPr>
              <p:cNvPr id="20" name="TextBox 19">
                <a:extLst>
                  <a:ext uri="{FF2B5EF4-FFF2-40B4-BE49-F238E27FC236}">
                    <a16:creationId xmlns:a16="http://schemas.microsoft.com/office/drawing/2014/main" id="{54A1AF07-6F89-403A-8343-D7F5B160CC63}"/>
                  </a:ext>
                </a:extLst>
              </p:cNvPr>
              <p:cNvSpPr txBox="1"/>
              <p:nvPr/>
            </p:nvSpPr>
            <p:spPr>
              <a:xfrm>
                <a:off x="169865" y="5707754"/>
                <a:ext cx="2683067" cy="627864"/>
              </a:xfrm>
              <a:prstGeom prst="rect">
                <a:avLst/>
              </a:prstGeom>
              <a:noFill/>
            </p:spPr>
            <p:txBody>
              <a:bodyPr wrap="square" lIns="182880" tIns="146304" rIns="182880" bIns="146304" rtlCol="0">
                <a:spAutoFit/>
              </a:bodyPr>
              <a:lstStyle/>
              <a:p>
                <a:pPr algn="ctr">
                  <a:lnSpc>
                    <a:spcPct val="90000"/>
                  </a:lnSpc>
                  <a:spcAft>
                    <a:spcPts val="600"/>
                  </a:spcAft>
                </a:pPr>
                <a:r>
                  <a:rPr lang="en-US" sz="2400" dirty="0">
                    <a:gradFill>
                      <a:gsLst>
                        <a:gs pos="2917">
                          <a:schemeClr val="tx1"/>
                        </a:gs>
                        <a:gs pos="30000">
                          <a:schemeClr val="tx1"/>
                        </a:gs>
                      </a:gsLst>
                      <a:lin ang="5400000" scaled="0"/>
                    </a:gradFill>
                  </a:rPr>
                  <a:t>Networking</a:t>
                </a:r>
              </a:p>
            </p:txBody>
          </p:sp>
        </p:grpSp>
        <p:grpSp>
          <p:nvGrpSpPr>
            <p:cNvPr id="8" name="Group 7">
              <a:extLst>
                <a:ext uri="{FF2B5EF4-FFF2-40B4-BE49-F238E27FC236}">
                  <a16:creationId xmlns:a16="http://schemas.microsoft.com/office/drawing/2014/main" id="{5BDAE175-4042-421A-824A-A1654F6B0E09}"/>
                </a:ext>
              </a:extLst>
            </p:cNvPr>
            <p:cNvGrpSpPr/>
            <p:nvPr/>
          </p:nvGrpSpPr>
          <p:grpSpPr>
            <a:xfrm>
              <a:off x="9599210" y="3250636"/>
              <a:ext cx="2160701" cy="2346596"/>
              <a:chOff x="3397568" y="3999970"/>
              <a:chExt cx="2160701" cy="2346596"/>
            </a:xfrm>
          </p:grpSpPr>
          <p:pic>
            <p:nvPicPr>
              <p:cNvPr id="22" name="Picture 21" descr="Picture of an hourglass representing analyzing data.">
                <a:extLst>
                  <a:ext uri="{FF2B5EF4-FFF2-40B4-BE49-F238E27FC236}">
                    <a16:creationId xmlns:a16="http://schemas.microsoft.com/office/drawing/2014/main" id="{F686174D-2D43-4153-B781-302DAE80B0A1}"/>
                  </a:ext>
                </a:extLst>
              </p:cNvPr>
              <p:cNvPicPr>
                <a:picLocks noChangeAspect="1"/>
              </p:cNvPicPr>
              <p:nvPr/>
            </p:nvPicPr>
            <p:blipFill>
              <a:blip r:embed="rId6"/>
              <a:stretch>
                <a:fillRect/>
              </a:stretch>
            </p:blipFill>
            <p:spPr>
              <a:xfrm>
                <a:off x="3646199" y="3999970"/>
                <a:ext cx="1663438" cy="1663438"/>
              </a:xfrm>
              <a:prstGeom prst="rect">
                <a:avLst/>
              </a:prstGeom>
            </p:spPr>
          </p:pic>
          <p:sp>
            <p:nvSpPr>
              <p:cNvPr id="24" name="TextBox 23">
                <a:extLst>
                  <a:ext uri="{FF2B5EF4-FFF2-40B4-BE49-F238E27FC236}">
                    <a16:creationId xmlns:a16="http://schemas.microsoft.com/office/drawing/2014/main" id="{7BFB20C3-82EF-4AD4-8E8B-E39D6752146C}"/>
                  </a:ext>
                </a:extLst>
              </p:cNvPr>
              <p:cNvSpPr txBox="1"/>
              <p:nvPr/>
            </p:nvSpPr>
            <p:spPr>
              <a:xfrm>
                <a:off x="3397568" y="5718702"/>
                <a:ext cx="2160701" cy="627864"/>
              </a:xfrm>
              <a:prstGeom prst="rect">
                <a:avLst/>
              </a:prstGeom>
              <a:noFill/>
            </p:spPr>
            <p:txBody>
              <a:bodyPr wrap="square" lIns="182880" tIns="146304" rIns="182880" bIns="146304" rtlCol="0">
                <a:spAutoFit/>
              </a:bodyPr>
              <a:lstStyle/>
              <a:p>
                <a:pPr algn="ctr">
                  <a:lnSpc>
                    <a:spcPct val="90000"/>
                  </a:lnSpc>
                  <a:spcAft>
                    <a:spcPts val="600"/>
                  </a:spcAft>
                </a:pPr>
                <a:r>
                  <a:rPr lang="en-US" sz="2400" dirty="0">
                    <a:gradFill>
                      <a:gsLst>
                        <a:gs pos="2917">
                          <a:schemeClr val="tx1"/>
                        </a:gs>
                        <a:gs pos="30000">
                          <a:schemeClr val="tx1"/>
                        </a:gs>
                      </a:gsLst>
                      <a:lin ang="5400000" scaled="0"/>
                    </a:gradFill>
                  </a:rPr>
                  <a:t>Analytics</a:t>
                </a:r>
              </a:p>
            </p:txBody>
          </p:sp>
        </p:grpSp>
      </p:grpSp>
      <p:sp>
        <p:nvSpPr>
          <p:cNvPr id="9" name="TextBox 8">
            <a:extLst>
              <a:ext uri="{FF2B5EF4-FFF2-40B4-BE49-F238E27FC236}">
                <a16:creationId xmlns:a16="http://schemas.microsoft.com/office/drawing/2014/main" id="{A3D8F8BF-C2E4-4D25-BBC4-AD21DF7ED1B5}"/>
              </a:ext>
            </a:extLst>
          </p:cNvPr>
          <p:cNvSpPr txBox="1"/>
          <p:nvPr/>
        </p:nvSpPr>
        <p:spPr>
          <a:xfrm>
            <a:off x="418643" y="1459942"/>
            <a:ext cx="11031484" cy="960263"/>
          </a:xfrm>
          <a:prstGeom prst="rect">
            <a:avLst/>
          </a:prstGeom>
          <a:noFill/>
        </p:spPr>
        <p:txBody>
          <a:bodyPr wrap="square" lIns="182880" tIns="146304" rIns="182880" bIns="146304" rtlCol="0">
            <a:spAutoFit/>
          </a:bodyPr>
          <a:lstStyle>
            <a:defPPr>
              <a:defRPr lang="en-US"/>
            </a:defPPr>
            <a:lvl1pPr algn="ctr">
              <a:lnSpc>
                <a:spcPct val="90000"/>
              </a:lnSpc>
              <a:spcAft>
                <a:spcPts val="600"/>
              </a:spcAft>
              <a:defRPr sz="2400">
                <a:gradFill>
                  <a:gsLst>
                    <a:gs pos="2917">
                      <a:schemeClr val="tx1"/>
                    </a:gs>
                    <a:gs pos="30000">
                      <a:schemeClr val="tx1"/>
                    </a:gs>
                  </a:gsLst>
                  <a:lin ang="5400000" scaled="0"/>
                </a:gradFill>
              </a:defRPr>
            </a:lvl1pPr>
          </a:lstStyle>
          <a:p>
            <a:pPr algn="l"/>
            <a:r>
              <a:rPr lang="en-US" dirty="0">
                <a:latin typeface="+mj-lt"/>
              </a:rPr>
              <a:t>Cloud Computing </a:t>
            </a:r>
            <a:r>
              <a:rPr lang="en-US" dirty="0"/>
              <a:t>is the delivery of computing services over the internet, enabling faster innovation, flexible resources, and economies of scale. </a:t>
            </a:r>
          </a:p>
        </p:txBody>
      </p:sp>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1D2C1F25-CF4B-F281-6F72-5317D6CF6E32}"/>
                  </a:ext>
                </a:extLst>
              </p14:cNvPr>
              <p14:cNvContentPartPr/>
              <p14:nvPr/>
            </p14:nvContentPartPr>
            <p14:xfrm>
              <a:off x="4844954" y="1881776"/>
              <a:ext cx="1538159" cy="69003"/>
            </p14:xfrm>
          </p:contentPart>
        </mc:Choice>
        <mc:Fallback xmlns="">
          <p:pic>
            <p:nvPicPr>
              <p:cNvPr id="5" name="Ink 4">
                <a:extLst>
                  <a:ext uri="{FF2B5EF4-FFF2-40B4-BE49-F238E27FC236}">
                    <a16:creationId xmlns:a16="http://schemas.microsoft.com/office/drawing/2014/main" id="{1D2C1F25-CF4B-F281-6F72-5317D6CF6E32}"/>
                  </a:ext>
                </a:extLst>
              </p:cNvPr>
              <p:cNvPicPr/>
              <p:nvPr/>
            </p:nvPicPr>
            <p:blipFill>
              <a:blip r:embed="rId8"/>
              <a:stretch>
                <a:fillRect/>
              </a:stretch>
            </p:blipFill>
            <p:spPr>
              <a:xfrm>
                <a:off x="4826960" y="1864257"/>
                <a:ext cx="1573788" cy="104398"/>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B1B7C4EF-D59E-F743-4A78-84D203C648F5}"/>
                  </a:ext>
                </a:extLst>
              </p14:cNvPr>
              <p14:cNvContentPartPr/>
              <p14:nvPr/>
            </p14:nvContentPartPr>
            <p14:xfrm>
              <a:off x="1387523" y="5153005"/>
              <a:ext cx="551938" cy="365823"/>
            </p14:xfrm>
          </p:contentPart>
        </mc:Choice>
        <mc:Fallback xmlns="">
          <p:pic>
            <p:nvPicPr>
              <p:cNvPr id="13" name="Ink 12">
                <a:extLst>
                  <a:ext uri="{FF2B5EF4-FFF2-40B4-BE49-F238E27FC236}">
                    <a16:creationId xmlns:a16="http://schemas.microsoft.com/office/drawing/2014/main" id="{B1B7C4EF-D59E-F743-4A78-84D203C648F5}"/>
                  </a:ext>
                </a:extLst>
              </p:cNvPr>
              <p:cNvPicPr/>
              <p:nvPr/>
            </p:nvPicPr>
            <p:blipFill>
              <a:blip r:embed="rId10"/>
              <a:stretch>
                <a:fillRect/>
              </a:stretch>
            </p:blipFill>
            <p:spPr>
              <a:xfrm>
                <a:off x="1369893" y="5135379"/>
                <a:ext cx="587559" cy="401434"/>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5" name="Ink 14">
                <a:extLst>
                  <a:ext uri="{FF2B5EF4-FFF2-40B4-BE49-F238E27FC236}">
                    <a16:creationId xmlns:a16="http://schemas.microsoft.com/office/drawing/2014/main" id="{AF844601-E0A3-BBBF-35FD-CB15DDA2D718}"/>
                  </a:ext>
                </a:extLst>
              </p14:cNvPr>
              <p14:cNvContentPartPr/>
              <p14:nvPr/>
            </p14:nvContentPartPr>
            <p14:xfrm>
              <a:off x="7678709" y="5057252"/>
              <a:ext cx="589091" cy="313270"/>
            </p14:xfrm>
          </p:contentPart>
        </mc:Choice>
        <mc:Fallback xmlns="">
          <p:pic>
            <p:nvPicPr>
              <p:cNvPr id="15" name="Ink 14">
                <a:extLst>
                  <a:ext uri="{FF2B5EF4-FFF2-40B4-BE49-F238E27FC236}">
                    <a16:creationId xmlns:a16="http://schemas.microsoft.com/office/drawing/2014/main" id="{AF844601-E0A3-BBBF-35FD-CB15DDA2D718}"/>
                  </a:ext>
                </a:extLst>
              </p:cNvPr>
              <p:cNvPicPr/>
              <p:nvPr/>
            </p:nvPicPr>
            <p:blipFill>
              <a:blip r:embed="rId12"/>
              <a:stretch>
                <a:fillRect/>
              </a:stretch>
            </p:blipFill>
            <p:spPr>
              <a:xfrm>
                <a:off x="7661076" y="5039269"/>
                <a:ext cx="624717" cy="348877"/>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7" name="Ink 16">
                <a:extLst>
                  <a:ext uri="{FF2B5EF4-FFF2-40B4-BE49-F238E27FC236}">
                    <a16:creationId xmlns:a16="http://schemas.microsoft.com/office/drawing/2014/main" id="{BF7B31FC-8C5B-48FB-73C4-6AFE6BE6A2A1}"/>
                  </a:ext>
                </a:extLst>
              </p14:cNvPr>
              <p14:cNvContentPartPr/>
              <p14:nvPr/>
            </p14:nvContentPartPr>
            <p14:xfrm>
              <a:off x="11625583" y="1551366"/>
              <a:ext cx="505370" cy="627085"/>
            </p14:xfrm>
          </p:contentPart>
        </mc:Choice>
        <mc:Fallback xmlns="">
          <p:pic>
            <p:nvPicPr>
              <p:cNvPr id="17" name="Ink 16">
                <a:extLst>
                  <a:ext uri="{FF2B5EF4-FFF2-40B4-BE49-F238E27FC236}">
                    <a16:creationId xmlns:a16="http://schemas.microsoft.com/office/drawing/2014/main" id="{BF7B31FC-8C5B-48FB-73C4-6AFE6BE6A2A1}"/>
                  </a:ext>
                </a:extLst>
              </p:cNvPr>
              <p:cNvPicPr/>
              <p:nvPr/>
            </p:nvPicPr>
            <p:blipFill>
              <a:blip r:embed="rId14"/>
              <a:stretch>
                <a:fillRect/>
              </a:stretch>
            </p:blipFill>
            <p:spPr>
              <a:xfrm>
                <a:off x="11607598" y="1533377"/>
                <a:ext cx="540980" cy="662703"/>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9" name="Ink 18">
                <a:extLst>
                  <a:ext uri="{FF2B5EF4-FFF2-40B4-BE49-F238E27FC236}">
                    <a16:creationId xmlns:a16="http://schemas.microsoft.com/office/drawing/2014/main" id="{572A1F7F-CF20-CCA9-B4D7-AE0B20BB7F47}"/>
                  </a:ext>
                </a:extLst>
              </p14:cNvPr>
              <p14:cNvContentPartPr/>
              <p14:nvPr/>
            </p14:nvContentPartPr>
            <p14:xfrm>
              <a:off x="12130110" y="1470819"/>
              <a:ext cx="460307" cy="557284"/>
            </p14:xfrm>
          </p:contentPart>
        </mc:Choice>
        <mc:Fallback xmlns="">
          <p:pic>
            <p:nvPicPr>
              <p:cNvPr id="19" name="Ink 18">
                <a:extLst>
                  <a:ext uri="{FF2B5EF4-FFF2-40B4-BE49-F238E27FC236}">
                    <a16:creationId xmlns:a16="http://schemas.microsoft.com/office/drawing/2014/main" id="{572A1F7F-CF20-CCA9-B4D7-AE0B20BB7F47}"/>
                  </a:ext>
                </a:extLst>
              </p:cNvPr>
              <p:cNvPicPr/>
              <p:nvPr/>
            </p:nvPicPr>
            <p:blipFill>
              <a:blip r:embed="rId16"/>
              <a:stretch>
                <a:fillRect/>
              </a:stretch>
            </p:blipFill>
            <p:spPr>
              <a:xfrm>
                <a:off x="12112489" y="1452830"/>
                <a:ext cx="495909" cy="592901"/>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1" name="Ink 20">
                <a:extLst>
                  <a:ext uri="{FF2B5EF4-FFF2-40B4-BE49-F238E27FC236}">
                    <a16:creationId xmlns:a16="http://schemas.microsoft.com/office/drawing/2014/main" id="{90FE045F-93D2-D2EF-D175-719210830CC4}"/>
                  </a:ext>
                </a:extLst>
              </p14:cNvPr>
              <p14:cNvContentPartPr/>
              <p14:nvPr/>
            </p14:nvContentPartPr>
            <p14:xfrm>
              <a:off x="12473742" y="1586732"/>
              <a:ext cx="309536" cy="256854"/>
            </p14:xfrm>
          </p:contentPart>
        </mc:Choice>
        <mc:Fallback xmlns="">
          <p:pic>
            <p:nvPicPr>
              <p:cNvPr id="21" name="Ink 20">
                <a:extLst>
                  <a:ext uri="{FF2B5EF4-FFF2-40B4-BE49-F238E27FC236}">
                    <a16:creationId xmlns:a16="http://schemas.microsoft.com/office/drawing/2014/main" id="{90FE045F-93D2-D2EF-D175-719210830CC4}"/>
                  </a:ext>
                </a:extLst>
              </p:cNvPr>
              <p:cNvPicPr/>
              <p:nvPr/>
            </p:nvPicPr>
            <p:blipFill>
              <a:blip r:embed="rId18"/>
              <a:stretch>
                <a:fillRect/>
              </a:stretch>
            </p:blipFill>
            <p:spPr>
              <a:xfrm>
                <a:off x="12456126" y="1569105"/>
                <a:ext cx="345127" cy="292468"/>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3" name="Ink 22">
                <a:extLst>
                  <a:ext uri="{FF2B5EF4-FFF2-40B4-BE49-F238E27FC236}">
                    <a16:creationId xmlns:a16="http://schemas.microsoft.com/office/drawing/2014/main" id="{AB46BB14-E965-9E20-5CAF-5F77C008745D}"/>
                  </a:ext>
                </a:extLst>
              </p14:cNvPr>
              <p14:cNvContentPartPr/>
              <p14:nvPr/>
            </p14:nvContentPartPr>
            <p14:xfrm>
              <a:off x="12772031" y="1444978"/>
              <a:ext cx="679384" cy="641862"/>
            </p14:xfrm>
          </p:contentPart>
        </mc:Choice>
        <mc:Fallback xmlns="">
          <p:pic>
            <p:nvPicPr>
              <p:cNvPr id="23" name="Ink 22">
                <a:extLst>
                  <a:ext uri="{FF2B5EF4-FFF2-40B4-BE49-F238E27FC236}">
                    <a16:creationId xmlns:a16="http://schemas.microsoft.com/office/drawing/2014/main" id="{AB46BB14-E965-9E20-5CAF-5F77C008745D}"/>
                  </a:ext>
                </a:extLst>
              </p:cNvPr>
              <p:cNvPicPr/>
              <p:nvPr/>
            </p:nvPicPr>
            <p:blipFill>
              <a:blip r:embed="rId20"/>
              <a:stretch>
                <a:fillRect/>
              </a:stretch>
            </p:blipFill>
            <p:spPr>
              <a:xfrm>
                <a:off x="12754039" y="1426989"/>
                <a:ext cx="715008" cy="677481"/>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5" name="Ink 24">
                <a:extLst>
                  <a:ext uri="{FF2B5EF4-FFF2-40B4-BE49-F238E27FC236}">
                    <a16:creationId xmlns:a16="http://schemas.microsoft.com/office/drawing/2014/main" id="{F614E72A-2A0F-C0FF-7656-2773B0B53B5A}"/>
                  </a:ext>
                </a:extLst>
              </p14:cNvPr>
              <p14:cNvContentPartPr/>
              <p14:nvPr/>
            </p14:nvContentPartPr>
            <p14:xfrm>
              <a:off x="11486865" y="2165161"/>
              <a:ext cx="1671263" cy="535958"/>
            </p14:xfrm>
          </p:contentPart>
        </mc:Choice>
        <mc:Fallback xmlns="">
          <p:pic>
            <p:nvPicPr>
              <p:cNvPr id="25" name="Ink 24">
                <a:extLst>
                  <a:ext uri="{FF2B5EF4-FFF2-40B4-BE49-F238E27FC236}">
                    <a16:creationId xmlns:a16="http://schemas.microsoft.com/office/drawing/2014/main" id="{F614E72A-2A0F-C0FF-7656-2773B0B53B5A}"/>
                  </a:ext>
                </a:extLst>
              </p:cNvPr>
              <p:cNvPicPr/>
              <p:nvPr/>
            </p:nvPicPr>
            <p:blipFill>
              <a:blip r:embed="rId22"/>
              <a:stretch>
                <a:fillRect/>
              </a:stretch>
            </p:blipFill>
            <p:spPr>
              <a:xfrm>
                <a:off x="11468867" y="2147176"/>
                <a:ext cx="1706898" cy="571569"/>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6" name="Ink 25">
                <a:extLst>
                  <a:ext uri="{FF2B5EF4-FFF2-40B4-BE49-F238E27FC236}">
                    <a16:creationId xmlns:a16="http://schemas.microsoft.com/office/drawing/2014/main" id="{C15D1F14-4019-51D3-C8A7-22481C155A2D}"/>
                  </a:ext>
                </a:extLst>
              </p14:cNvPr>
              <p14:cNvContentPartPr/>
              <p14:nvPr/>
            </p14:nvContentPartPr>
            <p14:xfrm>
              <a:off x="11574473" y="2176115"/>
              <a:ext cx="2231122" cy="756651"/>
            </p14:xfrm>
          </p:contentPart>
        </mc:Choice>
        <mc:Fallback xmlns="">
          <p:pic>
            <p:nvPicPr>
              <p:cNvPr id="26" name="Ink 25">
                <a:extLst>
                  <a:ext uri="{FF2B5EF4-FFF2-40B4-BE49-F238E27FC236}">
                    <a16:creationId xmlns:a16="http://schemas.microsoft.com/office/drawing/2014/main" id="{C15D1F14-4019-51D3-C8A7-22481C155A2D}"/>
                  </a:ext>
                </a:extLst>
              </p:cNvPr>
              <p:cNvPicPr/>
              <p:nvPr/>
            </p:nvPicPr>
            <p:blipFill>
              <a:blip r:embed="rId24"/>
              <a:stretch>
                <a:fillRect/>
              </a:stretch>
            </p:blipFill>
            <p:spPr>
              <a:xfrm>
                <a:off x="11556837" y="2158125"/>
                <a:ext cx="2266754" cy="792271"/>
              </a:xfrm>
              <a:prstGeom prst="rect">
                <a:avLst/>
              </a:prstGeom>
            </p:spPr>
          </p:pic>
        </mc:Fallback>
      </mc:AlternateContent>
    </p:spTree>
    <p:extLst>
      <p:ext uri="{BB962C8B-B14F-4D97-AF65-F5344CB8AC3E}">
        <p14:creationId xmlns:p14="http://schemas.microsoft.com/office/powerpoint/2010/main" val="4202928051"/>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18643" y="440494"/>
            <a:ext cx="11341268" cy="680196"/>
          </a:xfrm>
        </p:spPr>
        <p:txBody>
          <a:bodyPr wrap="square" anchor="t">
            <a:normAutofit fontScale="90000"/>
          </a:bodyPr>
          <a:lstStyle/>
          <a:p>
            <a:r>
              <a:rPr lang="en-US" dirty="0"/>
              <a:t>Public cloud</a:t>
            </a:r>
          </a:p>
        </p:txBody>
      </p:sp>
      <p:sp>
        <p:nvSpPr>
          <p:cNvPr id="6" name="Text Placeholder 5"/>
          <p:cNvSpPr>
            <a:spLocks noGrp="1"/>
          </p:cNvSpPr>
          <p:nvPr>
            <p:ph sz="quarter" idx="10"/>
          </p:nvPr>
        </p:nvSpPr>
        <p:spPr>
          <a:xfrm>
            <a:off x="418642" y="1456897"/>
            <a:ext cx="5394960" cy="4734629"/>
          </a:xfrm>
        </p:spPr>
        <p:txBody>
          <a:bodyPr wrap="square">
            <a:normAutofit/>
          </a:bodyPr>
          <a:lstStyle/>
          <a:p>
            <a:pPr marL="342900" indent="-342900">
              <a:buFont typeface="Arial" panose="020B0604020202020204" pitchFamily="34" charset="0"/>
              <a:buChar char="•"/>
            </a:pPr>
            <a:r>
              <a:rPr lang="en-US" dirty="0">
                <a:latin typeface="+mn-lt"/>
              </a:rPr>
              <a:t>Owned by cloud services or hosting provider.</a:t>
            </a:r>
          </a:p>
          <a:p>
            <a:endParaRPr lang="en-US" sz="900" dirty="0">
              <a:latin typeface="+mn-lt"/>
            </a:endParaRPr>
          </a:p>
          <a:p>
            <a:pPr marL="342900" indent="-342900">
              <a:buFont typeface="Arial" panose="020B0604020202020204" pitchFamily="34" charset="0"/>
              <a:buChar char="•"/>
            </a:pPr>
            <a:r>
              <a:rPr lang="en-US" dirty="0">
                <a:latin typeface="+mn-lt"/>
              </a:rPr>
              <a:t>Provides resources and services to multiple organizations and users.</a:t>
            </a:r>
          </a:p>
          <a:p>
            <a:endParaRPr lang="en-US" sz="1000" dirty="0">
              <a:latin typeface="+mn-lt"/>
            </a:endParaRPr>
          </a:p>
          <a:p>
            <a:pPr marL="342900" indent="-342900">
              <a:buFont typeface="Arial" panose="020B0604020202020204" pitchFamily="34" charset="0"/>
              <a:buChar char="•"/>
            </a:pPr>
            <a:r>
              <a:rPr lang="en-US" dirty="0">
                <a:latin typeface="+mn-lt"/>
              </a:rPr>
              <a:t>Accessed via secure network connection (typically over the internet).</a:t>
            </a:r>
          </a:p>
        </p:txBody>
      </p:sp>
      <p:pic>
        <p:nvPicPr>
          <p:cNvPr id="5" name="Picture 4" descr="Multiple hands hold data up to servers in the clouds.">
            <a:extLst>
              <a:ext uri="{FF2B5EF4-FFF2-40B4-BE49-F238E27FC236}">
                <a16:creationId xmlns:a16="http://schemas.microsoft.com/office/drawing/2014/main" id="{24C1C11F-6E6D-4250-8043-EA724A676D1B}"/>
              </a:ext>
              <a:ext uri="{C183D7F6-B498-43B3-948B-1728B52AA6E4}">
                <adec:decorative xmlns:adec="http://schemas.microsoft.com/office/drawing/2017/decorative" val="0"/>
              </a:ext>
            </a:extLst>
          </p:cNvPr>
          <p:cNvPicPr>
            <a:picLocks noChangeAspect="1"/>
          </p:cNvPicPr>
          <p:nvPr/>
        </p:nvPicPr>
        <p:blipFill rotWithShape="1">
          <a:blip r:embed="rId3">
            <a:extLst>
              <a:ext uri="{28A0092B-C50C-407E-A947-70E740481C1C}">
                <a14:useLocalDpi xmlns:a14="http://schemas.microsoft.com/office/drawing/2010/main" val="0"/>
              </a:ext>
            </a:extLst>
          </a:blip>
          <a:srcRect b="-2"/>
          <a:stretch/>
        </p:blipFill>
        <p:spPr>
          <a:xfrm>
            <a:off x="6428181" y="1860326"/>
            <a:ext cx="5394960" cy="3137348"/>
          </a:xfrm>
          <a:prstGeom prst="rect">
            <a:avLst/>
          </a:prstGeom>
          <a:noFill/>
        </p:spPr>
      </p:pic>
    </p:spTree>
    <p:extLst>
      <p:ext uri="{BB962C8B-B14F-4D97-AF65-F5344CB8AC3E}">
        <p14:creationId xmlns:p14="http://schemas.microsoft.com/office/powerpoint/2010/main" val="309643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18643" y="440494"/>
            <a:ext cx="11341268" cy="680196"/>
          </a:xfrm>
        </p:spPr>
        <p:txBody>
          <a:bodyPr wrap="square" anchor="t">
            <a:normAutofit fontScale="90000"/>
          </a:bodyPr>
          <a:lstStyle/>
          <a:p>
            <a:r>
              <a:rPr lang="en-US" dirty="0"/>
              <a:t>Private cloud</a:t>
            </a:r>
          </a:p>
        </p:txBody>
      </p:sp>
      <p:pic>
        <p:nvPicPr>
          <p:cNvPr id="4" name="Picture 3">
            <a:extLst>
              <a:ext uri="{FF2B5EF4-FFF2-40B4-BE49-F238E27FC236}">
                <a16:creationId xmlns:a16="http://schemas.microsoft.com/office/drawing/2014/main" id="{407021BB-6482-4966-80A5-EE898A7BD158}"/>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78987" y="699222"/>
            <a:ext cx="2580372" cy="4734629"/>
          </a:xfrm>
          <a:prstGeom prst="rect">
            <a:avLst/>
          </a:prstGeom>
          <a:noFill/>
        </p:spPr>
      </p:pic>
      <p:sp>
        <p:nvSpPr>
          <p:cNvPr id="6" name="Text Placeholder 5"/>
          <p:cNvSpPr>
            <a:spLocks noGrp="1"/>
          </p:cNvSpPr>
          <p:nvPr>
            <p:ph sz="quarter" idx="12"/>
          </p:nvPr>
        </p:nvSpPr>
        <p:spPr>
          <a:xfrm>
            <a:off x="307744" y="1682877"/>
            <a:ext cx="5394960" cy="4734629"/>
          </a:xfrm>
        </p:spPr>
        <p:txBody>
          <a:bodyPr wrap="square">
            <a:normAutofit/>
          </a:bodyPr>
          <a:lstStyle/>
          <a:p>
            <a:pPr marL="342900" indent="-342900">
              <a:buFont typeface="Arial" panose="020B0604020202020204" pitchFamily="34" charset="0"/>
              <a:buChar char="•"/>
            </a:pPr>
            <a:r>
              <a:rPr lang="en-US" dirty="0">
                <a:latin typeface="+mn-lt"/>
              </a:rPr>
              <a:t>Organizations create a cloud environment in their datacenter.</a:t>
            </a:r>
          </a:p>
          <a:p>
            <a:pPr marL="342900" indent="-342900">
              <a:buFont typeface="Arial" panose="020B0604020202020204" pitchFamily="34" charset="0"/>
              <a:buChar char="•"/>
            </a:pPr>
            <a:endParaRPr lang="en-US" sz="1000" dirty="0">
              <a:latin typeface="+mn-lt"/>
            </a:endParaRPr>
          </a:p>
          <a:p>
            <a:pPr marL="342900" indent="-342900">
              <a:buFont typeface="Arial" panose="020B0604020202020204" pitchFamily="34" charset="0"/>
              <a:buChar char="•"/>
            </a:pPr>
            <a:r>
              <a:rPr lang="en-US" dirty="0">
                <a:latin typeface="+mn-lt"/>
              </a:rPr>
              <a:t>Organization is responsible for operating the services they provide.</a:t>
            </a:r>
          </a:p>
          <a:p>
            <a:endParaRPr lang="en-US" sz="1000" dirty="0">
              <a:latin typeface="+mn-lt"/>
            </a:endParaRPr>
          </a:p>
          <a:p>
            <a:pPr marL="342900" indent="-342900">
              <a:buFont typeface="Arial" panose="020B0604020202020204" pitchFamily="34" charset="0"/>
              <a:buChar char="•"/>
            </a:pPr>
            <a:r>
              <a:rPr lang="en-US" dirty="0">
                <a:latin typeface="+mn-lt"/>
              </a:rPr>
              <a:t>Does not provide access to users outside of the organization. </a:t>
            </a:r>
          </a:p>
        </p:txBody>
      </p:sp>
    </p:spTree>
    <p:extLst>
      <p:ext uri="{BB962C8B-B14F-4D97-AF65-F5344CB8AC3E}">
        <p14:creationId xmlns:p14="http://schemas.microsoft.com/office/powerpoint/2010/main" val="2348823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solidFill>
                  <a:srgbClr val="303030"/>
                </a:solidFill>
                <a:latin typeface="Segoe UI Semibold (Headings)"/>
              </a:rPr>
              <a:t>Hybrid cloud</a:t>
            </a:r>
            <a:endParaRPr lang="en-US" dirty="0"/>
          </a:p>
        </p:txBody>
      </p:sp>
      <p:pic>
        <p:nvPicPr>
          <p:cNvPr id="5" name="Picture 4" descr="The public cloud image and private cloud image are connected with a plus sign, demonstrating that a hybrid cloud is a combination of the two.">
            <a:extLst>
              <a:ext uri="{FF2B5EF4-FFF2-40B4-BE49-F238E27FC236}">
                <a16:creationId xmlns:a16="http://schemas.microsoft.com/office/drawing/2014/main" id="{14976C97-24C8-4AD8-BD44-300CAFDDB0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2916" y="538900"/>
            <a:ext cx="7517223" cy="3984128"/>
          </a:xfrm>
          <a:prstGeom prst="rect">
            <a:avLst/>
          </a:prstGeom>
        </p:spPr>
      </p:pic>
      <p:sp>
        <p:nvSpPr>
          <p:cNvPr id="6" name="Text Placeholder 5"/>
          <p:cNvSpPr>
            <a:spLocks noGrp="1"/>
          </p:cNvSpPr>
          <p:nvPr>
            <p:ph sz="quarter" idx="10"/>
          </p:nvPr>
        </p:nvSpPr>
        <p:spPr>
          <a:xfrm>
            <a:off x="285661" y="4488577"/>
            <a:ext cx="11340811" cy="923330"/>
          </a:xfrm>
        </p:spPr>
        <p:txBody>
          <a:bodyPr vert="horz" wrap="square" lIns="0" tIns="91440" rIns="146304" bIns="91440" rtlCol="0" anchor="t">
            <a:spAutoFit/>
          </a:bodyPr>
          <a:lstStyle/>
          <a:p>
            <a:pPr algn="ctr"/>
            <a:r>
              <a:rPr lang="en-US" dirty="0">
                <a:latin typeface="+mn-lt"/>
              </a:rPr>
              <a:t>Combines </a:t>
            </a:r>
            <a:r>
              <a:rPr lang="en-US" b="1" dirty="0">
                <a:latin typeface="+mn-lt"/>
              </a:rPr>
              <a:t>Public</a:t>
            </a:r>
            <a:r>
              <a:rPr lang="en-US" dirty="0">
                <a:latin typeface="+mn-lt"/>
              </a:rPr>
              <a:t> and </a:t>
            </a:r>
            <a:r>
              <a:rPr lang="en-US" b="1" dirty="0">
                <a:latin typeface="+mn-lt"/>
              </a:rPr>
              <a:t>Private</a:t>
            </a:r>
            <a:r>
              <a:rPr lang="en-US" dirty="0">
                <a:latin typeface="+mn-lt"/>
              </a:rPr>
              <a:t> clouds to allow applications to run in the</a:t>
            </a:r>
            <a:r>
              <a:rPr lang="en-US" dirty="0"/>
              <a:t> </a:t>
            </a:r>
            <a:r>
              <a:rPr lang="en-US" dirty="0">
                <a:latin typeface="+mn-lt"/>
              </a:rPr>
              <a:t> </a:t>
            </a:r>
            <a:br>
              <a:rPr lang="en-US" dirty="0"/>
            </a:br>
            <a:r>
              <a:rPr lang="en-US" dirty="0">
                <a:latin typeface="+mn-lt"/>
              </a:rPr>
              <a:t>most appropriate location.</a:t>
            </a:r>
          </a:p>
        </p:txBody>
      </p:sp>
    </p:spTree>
    <p:extLst>
      <p:ext uri="{BB962C8B-B14F-4D97-AF65-F5344CB8AC3E}">
        <p14:creationId xmlns:p14="http://schemas.microsoft.com/office/powerpoint/2010/main" val="3382167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18643" y="440494"/>
            <a:ext cx="11341268" cy="680196"/>
          </a:xfrm>
        </p:spPr>
        <p:txBody>
          <a:bodyPr wrap="square" anchor="t">
            <a:normAutofit fontScale="90000"/>
          </a:bodyPr>
          <a:lstStyle/>
          <a:p>
            <a:r>
              <a:rPr lang="en-US" dirty="0"/>
              <a:t>Cloud model comparison</a:t>
            </a:r>
          </a:p>
        </p:txBody>
      </p:sp>
      <p:graphicFrame>
        <p:nvGraphicFramePr>
          <p:cNvPr id="2" name="Diagram 1" descr="Summary of the public, private, and hybrid cloud as described in the student materials. ">
            <a:extLst>
              <a:ext uri="{FF2B5EF4-FFF2-40B4-BE49-F238E27FC236}">
                <a16:creationId xmlns:a16="http://schemas.microsoft.com/office/drawing/2014/main" id="{2024A0FD-B1AE-41C3-946B-BCE59193A2AF}"/>
              </a:ext>
            </a:extLst>
          </p:cNvPr>
          <p:cNvGraphicFramePr/>
          <p:nvPr/>
        </p:nvGraphicFramePr>
        <p:xfrm>
          <a:off x="419100" y="1457325"/>
          <a:ext cx="11341100" cy="4029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28159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18643" y="451252"/>
            <a:ext cx="11341268" cy="680196"/>
          </a:xfrm>
        </p:spPr>
        <p:txBody>
          <a:bodyPr>
            <a:normAutofit fontScale="90000"/>
          </a:bodyPr>
          <a:lstStyle/>
          <a:p>
            <a:r>
              <a:rPr lang="en-US" dirty="0">
                <a:cs typeface="Segoe UI"/>
              </a:rPr>
              <a:t>Cloud Benefits</a:t>
            </a:r>
            <a:endParaRPr lang="en-US" dirty="0"/>
          </a:p>
        </p:txBody>
      </p:sp>
      <p:sp>
        <p:nvSpPr>
          <p:cNvPr id="3" name="Text Placeholder 2">
            <a:extLst>
              <a:ext uri="{FF2B5EF4-FFF2-40B4-BE49-F238E27FC236}">
                <a16:creationId xmlns:a16="http://schemas.microsoft.com/office/drawing/2014/main" id="{FB2D1BBD-3117-468D-8157-3FD640AC7FAE}"/>
              </a:ext>
            </a:extLst>
          </p:cNvPr>
          <p:cNvSpPr>
            <a:spLocks noGrp="1"/>
          </p:cNvSpPr>
          <p:nvPr>
            <p:ph type="body" sz="quarter" idx="24"/>
          </p:nvPr>
        </p:nvSpPr>
        <p:spPr>
          <a:xfrm>
            <a:off x="418642" y="1298300"/>
            <a:ext cx="5486400" cy="685800"/>
          </a:xfrm>
          <a:solidFill>
            <a:srgbClr val="243A5E"/>
          </a:solidFill>
        </p:spPr>
        <p:txBody>
          <a:bodyPr vert="horz" wrap="square" lIns="91440" tIns="91440" rIns="91440" bIns="91440" rtlCol="0" anchor="ctr">
            <a:noAutofit/>
          </a:bodyPr>
          <a:lstStyle/>
          <a:p>
            <a:pPr algn="ctr"/>
            <a:r>
              <a:rPr lang="en-US" sz="2400" b="0" dirty="0">
                <a:gradFill>
                  <a:gsLst>
                    <a:gs pos="0">
                      <a:srgbClr val="FFFFFF"/>
                    </a:gs>
                    <a:gs pos="100000">
                      <a:srgbClr val="FFFFFF"/>
                    </a:gs>
                  </a:gsLst>
                  <a:lin ang="5400000" scaled="0"/>
                </a:gradFill>
                <a:cs typeface="Segoe UI" pitchFamily="34" charset="0"/>
              </a:rPr>
              <a:t>High availability</a:t>
            </a:r>
          </a:p>
        </p:txBody>
      </p:sp>
      <p:sp>
        <p:nvSpPr>
          <p:cNvPr id="2" name="Text Placeholder 1">
            <a:extLst>
              <a:ext uri="{FF2B5EF4-FFF2-40B4-BE49-F238E27FC236}">
                <a16:creationId xmlns:a16="http://schemas.microsoft.com/office/drawing/2014/main" id="{260D676F-BDC4-4C29-9870-16A33E10CCA4}"/>
              </a:ext>
            </a:extLst>
          </p:cNvPr>
          <p:cNvSpPr>
            <a:spLocks noGrp="1"/>
          </p:cNvSpPr>
          <p:nvPr>
            <p:ph type="body" sz="quarter" idx="12"/>
          </p:nvPr>
        </p:nvSpPr>
        <p:spPr>
          <a:xfrm>
            <a:off x="418641" y="2085082"/>
            <a:ext cx="5486400" cy="685800"/>
          </a:xfrm>
          <a:solidFill>
            <a:srgbClr val="243A5E"/>
          </a:solidFill>
        </p:spPr>
        <p:txBody>
          <a:bodyPr vert="horz" wrap="square" lIns="91440" tIns="91440" rIns="91440" bIns="91440" rtlCol="0" anchor="ctr">
            <a:noAutofit/>
          </a:bodyPr>
          <a:lstStyle/>
          <a:p>
            <a:pPr algn="ctr">
              <a:spcBef>
                <a:spcPts val="0"/>
              </a:spcBef>
              <a:buFont typeface="Wingdings" panose="05000000000000000000" pitchFamily="2" charset="2"/>
            </a:pPr>
            <a:r>
              <a:rPr lang="en-US" sz="2400" dirty="0">
                <a:gradFill>
                  <a:gsLst>
                    <a:gs pos="0">
                      <a:srgbClr val="FFFFFF"/>
                    </a:gs>
                    <a:gs pos="100000">
                      <a:srgbClr val="FFFFFF"/>
                    </a:gs>
                  </a:gsLst>
                  <a:lin ang="5400000" scaled="0"/>
                </a:gradFill>
                <a:latin typeface="+mj-lt"/>
                <a:cs typeface="Segoe UI"/>
              </a:rPr>
              <a:t>Scalability</a:t>
            </a:r>
          </a:p>
        </p:txBody>
      </p:sp>
      <p:sp>
        <p:nvSpPr>
          <p:cNvPr id="16" name="Text Placeholder 15">
            <a:extLst>
              <a:ext uri="{FF2B5EF4-FFF2-40B4-BE49-F238E27FC236}">
                <a16:creationId xmlns:a16="http://schemas.microsoft.com/office/drawing/2014/main" id="{742F2DD6-313D-4AF0-9700-F9CD21FBBA22}"/>
              </a:ext>
            </a:extLst>
          </p:cNvPr>
          <p:cNvSpPr>
            <a:spLocks noGrp="1"/>
          </p:cNvSpPr>
          <p:nvPr>
            <p:ph type="body" sz="quarter" idx="28"/>
          </p:nvPr>
        </p:nvSpPr>
        <p:spPr>
          <a:xfrm>
            <a:off x="418641" y="2871864"/>
            <a:ext cx="5486400" cy="685800"/>
          </a:xfrm>
          <a:solidFill>
            <a:srgbClr val="243A5E"/>
          </a:solidFill>
        </p:spPr>
        <p:txBody>
          <a:bodyPr vert="horz" wrap="square" lIns="91440" tIns="91440" rIns="91440" bIns="91440" rtlCol="0" anchor="ctr">
            <a:noAutofit/>
          </a:bodyPr>
          <a:lstStyle/>
          <a:p>
            <a:pPr algn="ctr">
              <a:spcBef>
                <a:spcPts val="0"/>
              </a:spcBef>
            </a:pPr>
            <a:r>
              <a:rPr lang="en-US" sz="2400" dirty="0">
                <a:gradFill>
                  <a:gsLst>
                    <a:gs pos="0">
                      <a:srgbClr val="FFFFFF"/>
                    </a:gs>
                    <a:gs pos="100000">
                      <a:srgbClr val="FFFFFF"/>
                    </a:gs>
                  </a:gsLst>
                  <a:lin ang="5400000" scaled="0"/>
                </a:gradFill>
                <a:latin typeface="+mj-lt"/>
                <a:ea typeface="Segoe UI" pitchFamily="34" charset="0"/>
                <a:cs typeface="Segoe UI" pitchFamily="34" charset="0"/>
              </a:rPr>
              <a:t>Global reach</a:t>
            </a:r>
          </a:p>
        </p:txBody>
      </p:sp>
      <p:sp>
        <p:nvSpPr>
          <p:cNvPr id="19" name="Text Placeholder 18">
            <a:extLst>
              <a:ext uri="{FF2B5EF4-FFF2-40B4-BE49-F238E27FC236}">
                <a16:creationId xmlns:a16="http://schemas.microsoft.com/office/drawing/2014/main" id="{63CB2204-4118-485A-A145-61C2E361D2F5}"/>
              </a:ext>
            </a:extLst>
          </p:cNvPr>
          <p:cNvSpPr>
            <a:spLocks noGrp="1"/>
          </p:cNvSpPr>
          <p:nvPr>
            <p:ph type="body" sz="quarter" idx="31"/>
          </p:nvPr>
        </p:nvSpPr>
        <p:spPr>
          <a:xfrm>
            <a:off x="418641" y="3658645"/>
            <a:ext cx="5486400" cy="685800"/>
          </a:xfrm>
          <a:solidFill>
            <a:srgbClr val="243A5E"/>
          </a:solidFill>
        </p:spPr>
        <p:txBody>
          <a:bodyPr vert="horz" wrap="square" lIns="91440" tIns="91440" rIns="91440" bIns="91440" rtlCol="0" anchor="ctr">
            <a:noAutofit/>
          </a:bodyPr>
          <a:lstStyle/>
          <a:p>
            <a:pPr algn="ctr">
              <a:spcBef>
                <a:spcPts val="0"/>
              </a:spcBef>
              <a:buFont typeface="Wingdings" panose="05000000000000000000" pitchFamily="2" charset="2"/>
            </a:pPr>
            <a:r>
              <a:rPr lang="en-US" sz="2400" dirty="0">
                <a:gradFill>
                  <a:gsLst>
                    <a:gs pos="0">
                      <a:srgbClr val="FFFFFF"/>
                    </a:gs>
                    <a:gs pos="100000">
                      <a:srgbClr val="FFFFFF"/>
                    </a:gs>
                  </a:gsLst>
                  <a:lin ang="5400000" scaled="0"/>
                </a:gradFill>
                <a:latin typeface="+mj-lt"/>
                <a:ea typeface="Segoe UI" pitchFamily="34" charset="0"/>
                <a:cs typeface="Segoe UI" pitchFamily="34" charset="0"/>
              </a:rPr>
              <a:t>Agility</a:t>
            </a:r>
            <a:endParaRPr lang="en-US" sz="2400" b="1" dirty="0">
              <a:gradFill>
                <a:gsLst>
                  <a:gs pos="0">
                    <a:srgbClr val="FFFFFF"/>
                  </a:gs>
                  <a:gs pos="100000">
                    <a:srgbClr val="FFFFFF"/>
                  </a:gs>
                </a:gsLst>
                <a:lin ang="5400000" scaled="0"/>
              </a:gradFill>
              <a:latin typeface="+mj-lt"/>
              <a:cs typeface="Segoe UI" pitchFamily="34" charset="0"/>
            </a:endParaRPr>
          </a:p>
        </p:txBody>
      </p:sp>
      <p:sp>
        <p:nvSpPr>
          <p:cNvPr id="14" name="Rectangle 13">
            <a:extLst>
              <a:ext uri="{FF2B5EF4-FFF2-40B4-BE49-F238E27FC236}">
                <a16:creationId xmlns:a16="http://schemas.microsoft.com/office/drawing/2014/main" id="{6C80AE8A-C79A-4AA1-ACB7-18760C171E71}"/>
              </a:ext>
            </a:extLst>
          </p:cNvPr>
          <p:cNvSpPr/>
          <p:nvPr/>
        </p:nvSpPr>
        <p:spPr bwMode="auto">
          <a:xfrm>
            <a:off x="418641" y="4435129"/>
            <a:ext cx="5486400" cy="685800"/>
          </a:xfrm>
          <a:prstGeom prst="rect">
            <a:avLst/>
          </a:prstGeom>
          <a:solidFill>
            <a:srgbClr val="243A5E"/>
          </a:solidFill>
        </p:spPr>
        <p:txBody>
          <a:bodyPr vert="horz" wrap="square" lIns="91440" tIns="91440" rIns="91440" bIns="91440" rtlCol="0" anchor="ctr">
            <a:noAutofit/>
          </a:bodyPr>
          <a:lstStyle/>
          <a:p>
            <a:pPr algn="ctr">
              <a:buSzPct val="90000"/>
            </a:pPr>
            <a:r>
              <a:rPr lang="en-US" sz="2400">
                <a:gradFill>
                  <a:gsLst>
                    <a:gs pos="0">
                      <a:srgbClr val="FFFFFF"/>
                    </a:gs>
                    <a:gs pos="100000">
                      <a:srgbClr val="FFFFFF"/>
                    </a:gs>
                  </a:gsLst>
                  <a:lin ang="5400000" scaled="0"/>
                </a:gradFill>
                <a:latin typeface="+mj-lt"/>
                <a:cs typeface="Segoe UI" pitchFamily="34" charset="0"/>
              </a:rPr>
              <a:t>Disaster recovery</a:t>
            </a:r>
          </a:p>
        </p:txBody>
      </p:sp>
      <p:sp>
        <p:nvSpPr>
          <p:cNvPr id="5" name="Text Placeholder 4">
            <a:extLst>
              <a:ext uri="{FF2B5EF4-FFF2-40B4-BE49-F238E27FC236}">
                <a16:creationId xmlns:a16="http://schemas.microsoft.com/office/drawing/2014/main" id="{4495B75E-5607-4348-89BE-0E931929D72C}"/>
              </a:ext>
            </a:extLst>
          </p:cNvPr>
          <p:cNvSpPr>
            <a:spLocks noGrp="1"/>
          </p:cNvSpPr>
          <p:nvPr>
            <p:ph type="body" sz="quarter" idx="26"/>
          </p:nvPr>
        </p:nvSpPr>
        <p:spPr>
          <a:xfrm>
            <a:off x="6195890" y="1298299"/>
            <a:ext cx="5486400" cy="685800"/>
          </a:xfrm>
        </p:spPr>
        <p:txBody>
          <a:bodyPr/>
          <a:lstStyle/>
          <a:p>
            <a:pPr algn="ctr"/>
            <a:r>
              <a:rPr lang="en-US" sz="2400" b="0" dirty="0">
                <a:gradFill>
                  <a:gsLst>
                    <a:gs pos="0">
                      <a:srgbClr val="FFFFFF"/>
                    </a:gs>
                    <a:gs pos="100000">
                      <a:srgbClr val="FFFFFF"/>
                    </a:gs>
                  </a:gsLst>
                  <a:lin ang="5400000" scaled="0"/>
                </a:gradFill>
                <a:ea typeface="Segoe UI" pitchFamily="34" charset="0"/>
                <a:cs typeface="Segoe UI"/>
              </a:rPr>
              <a:t>Fault</a:t>
            </a:r>
            <a:r>
              <a:rPr lang="en-US" sz="2400" dirty="0">
                <a:gradFill>
                  <a:gsLst>
                    <a:gs pos="0">
                      <a:srgbClr val="FFFFFF"/>
                    </a:gs>
                    <a:gs pos="100000">
                      <a:srgbClr val="FFFFFF"/>
                    </a:gs>
                  </a:gsLst>
                  <a:lin ang="5400000" scaled="0"/>
                </a:gradFill>
                <a:ea typeface="Segoe UI" pitchFamily="34" charset="0"/>
                <a:cs typeface="Segoe UI"/>
              </a:rPr>
              <a:t> </a:t>
            </a:r>
            <a:r>
              <a:rPr lang="en-US" sz="2400" b="0" dirty="0">
                <a:gradFill>
                  <a:gsLst>
                    <a:gs pos="0">
                      <a:srgbClr val="FFFFFF"/>
                    </a:gs>
                    <a:gs pos="100000">
                      <a:srgbClr val="FFFFFF"/>
                    </a:gs>
                  </a:gsLst>
                  <a:lin ang="5400000" scaled="0"/>
                </a:gradFill>
                <a:ea typeface="Segoe UI" pitchFamily="34" charset="0"/>
                <a:cs typeface="Segoe UI"/>
              </a:rPr>
              <a:t>tolerance</a:t>
            </a:r>
          </a:p>
        </p:txBody>
      </p:sp>
      <p:sp>
        <p:nvSpPr>
          <p:cNvPr id="6" name="Text Placeholder 5">
            <a:extLst>
              <a:ext uri="{FF2B5EF4-FFF2-40B4-BE49-F238E27FC236}">
                <a16:creationId xmlns:a16="http://schemas.microsoft.com/office/drawing/2014/main" id="{99B9E056-3B4A-46B7-893A-0BBA6F3C98F8}"/>
              </a:ext>
            </a:extLst>
          </p:cNvPr>
          <p:cNvSpPr>
            <a:spLocks noGrp="1"/>
          </p:cNvSpPr>
          <p:nvPr>
            <p:ph type="body" sz="quarter" idx="27"/>
          </p:nvPr>
        </p:nvSpPr>
        <p:spPr>
          <a:xfrm>
            <a:off x="6195890" y="2085082"/>
            <a:ext cx="5486400" cy="685800"/>
          </a:xfrm>
          <a:solidFill>
            <a:srgbClr val="243A5E"/>
          </a:solidFill>
        </p:spPr>
        <p:txBody>
          <a:bodyPr vert="horz" wrap="square" lIns="91440" tIns="91440" rIns="91440" bIns="91440" rtlCol="0" anchor="ctr">
            <a:noAutofit/>
          </a:bodyPr>
          <a:lstStyle/>
          <a:p>
            <a:pPr algn="ctr"/>
            <a:r>
              <a:rPr lang="en-US" sz="2400" dirty="0">
                <a:gradFill>
                  <a:gsLst>
                    <a:gs pos="0">
                      <a:srgbClr val="FFFFFF"/>
                    </a:gs>
                    <a:gs pos="100000">
                      <a:srgbClr val="FFFFFF"/>
                    </a:gs>
                  </a:gsLst>
                  <a:lin ang="5400000" scaled="0"/>
                </a:gradFill>
                <a:latin typeface="+mj-lt"/>
                <a:ea typeface="Segoe UI" pitchFamily="34" charset="0"/>
                <a:cs typeface="Segoe UI" pitchFamily="34" charset="0"/>
              </a:rPr>
              <a:t>Elasticity</a:t>
            </a:r>
          </a:p>
        </p:txBody>
      </p:sp>
      <p:sp>
        <p:nvSpPr>
          <p:cNvPr id="18" name="Text Placeholder 17">
            <a:extLst>
              <a:ext uri="{FF2B5EF4-FFF2-40B4-BE49-F238E27FC236}">
                <a16:creationId xmlns:a16="http://schemas.microsoft.com/office/drawing/2014/main" id="{B87F91B9-98D2-4EFC-9EC8-C3EE57A1A31B}"/>
              </a:ext>
            </a:extLst>
          </p:cNvPr>
          <p:cNvSpPr>
            <a:spLocks noGrp="1"/>
          </p:cNvSpPr>
          <p:nvPr>
            <p:ph type="body" sz="quarter" idx="30"/>
          </p:nvPr>
        </p:nvSpPr>
        <p:spPr>
          <a:xfrm>
            <a:off x="6195890" y="2871864"/>
            <a:ext cx="5486400" cy="685800"/>
          </a:xfrm>
          <a:solidFill>
            <a:srgbClr val="243A5E"/>
          </a:solidFill>
        </p:spPr>
        <p:txBody>
          <a:bodyPr vert="horz" wrap="square" lIns="91440" tIns="91440" rIns="91440" bIns="91440" rtlCol="0" anchor="ctr">
            <a:noAutofit/>
          </a:bodyPr>
          <a:lstStyle/>
          <a:p>
            <a:pPr algn="ctr"/>
            <a:r>
              <a:rPr lang="en-US" sz="2400" dirty="0">
                <a:gradFill>
                  <a:gsLst>
                    <a:gs pos="0">
                      <a:srgbClr val="FFFFFF"/>
                    </a:gs>
                    <a:gs pos="100000">
                      <a:srgbClr val="FFFFFF"/>
                    </a:gs>
                  </a:gsLst>
                  <a:lin ang="5400000" scaled="0"/>
                </a:gradFill>
                <a:latin typeface="+mj-lt"/>
                <a:ea typeface="Segoe UI" pitchFamily="34" charset="0"/>
                <a:cs typeface="Segoe UI" pitchFamily="34" charset="0"/>
              </a:rPr>
              <a:t>Customer latency capabilities</a:t>
            </a:r>
          </a:p>
        </p:txBody>
      </p:sp>
      <p:sp>
        <p:nvSpPr>
          <p:cNvPr id="20" name="Text Placeholder 19">
            <a:extLst>
              <a:ext uri="{FF2B5EF4-FFF2-40B4-BE49-F238E27FC236}">
                <a16:creationId xmlns:a16="http://schemas.microsoft.com/office/drawing/2014/main" id="{4F327ABA-AB08-4DE4-8508-125ECC7CE916}"/>
              </a:ext>
            </a:extLst>
          </p:cNvPr>
          <p:cNvSpPr>
            <a:spLocks noGrp="1"/>
          </p:cNvSpPr>
          <p:nvPr>
            <p:ph type="body" sz="quarter" idx="33"/>
          </p:nvPr>
        </p:nvSpPr>
        <p:spPr>
          <a:xfrm>
            <a:off x="6195890" y="3658645"/>
            <a:ext cx="5486400" cy="685800"/>
          </a:xfrm>
          <a:solidFill>
            <a:srgbClr val="243A5E"/>
          </a:solidFill>
        </p:spPr>
        <p:txBody>
          <a:bodyPr vert="horz" wrap="square" lIns="91440" tIns="91440" rIns="91440" bIns="91440" rtlCol="0" anchor="ctr">
            <a:noAutofit/>
          </a:bodyPr>
          <a:lstStyle/>
          <a:p>
            <a:pPr algn="ctr"/>
            <a:r>
              <a:rPr lang="en-US" sz="2400" dirty="0">
                <a:gradFill>
                  <a:gsLst>
                    <a:gs pos="0">
                      <a:srgbClr val="FFFFFF"/>
                    </a:gs>
                    <a:gs pos="100000">
                      <a:srgbClr val="FFFFFF"/>
                    </a:gs>
                  </a:gsLst>
                  <a:lin ang="5400000" scaled="0"/>
                </a:gradFill>
                <a:latin typeface="+mj-lt"/>
                <a:ea typeface="Segoe UI" pitchFamily="34" charset="0"/>
                <a:cs typeface="Segoe UI" pitchFamily="34" charset="0"/>
              </a:rPr>
              <a:t>Predictive cost considerations</a:t>
            </a:r>
          </a:p>
        </p:txBody>
      </p:sp>
      <p:sp>
        <p:nvSpPr>
          <p:cNvPr id="15" name="Rectangle 14">
            <a:extLst>
              <a:ext uri="{FF2B5EF4-FFF2-40B4-BE49-F238E27FC236}">
                <a16:creationId xmlns:a16="http://schemas.microsoft.com/office/drawing/2014/main" id="{9211555F-A002-465A-BAFF-7A1A1DC365F7}"/>
              </a:ext>
            </a:extLst>
          </p:cNvPr>
          <p:cNvSpPr/>
          <p:nvPr/>
        </p:nvSpPr>
        <p:spPr bwMode="auto">
          <a:xfrm>
            <a:off x="6195890" y="4435129"/>
            <a:ext cx="5486400" cy="685800"/>
          </a:xfrm>
          <a:prstGeom prst="rect">
            <a:avLst/>
          </a:prstGeom>
          <a:solidFill>
            <a:srgbClr val="243A5E"/>
          </a:solidFill>
        </p:spPr>
        <p:txBody>
          <a:bodyPr vert="horz" wrap="square" lIns="91440" tIns="91440" rIns="91440" bIns="91440" rtlCol="0" anchor="ctr">
            <a:noAutofit/>
          </a:bodyPr>
          <a:lstStyle/>
          <a:p>
            <a:pPr algn="ctr">
              <a:buSzPct val="90000"/>
            </a:pPr>
            <a:r>
              <a:rPr lang="en-US" sz="2400">
                <a:gradFill>
                  <a:gsLst>
                    <a:gs pos="0">
                      <a:srgbClr val="FFFFFF"/>
                    </a:gs>
                    <a:gs pos="100000">
                      <a:srgbClr val="FFFFFF"/>
                    </a:gs>
                  </a:gsLst>
                  <a:lin ang="5400000" scaled="0"/>
                </a:gradFill>
                <a:latin typeface="+mj-lt"/>
                <a:cs typeface="Segoe UI" pitchFamily="34" charset="0"/>
              </a:rPr>
              <a:t>Security</a:t>
            </a:r>
          </a:p>
        </p:txBody>
      </p:sp>
      <mc:AlternateContent xmlns:mc="http://schemas.openxmlformats.org/markup-compatibility/2006" xmlns:p14="http://schemas.microsoft.com/office/powerpoint/2010/main">
        <mc:Choice Requires="p14">
          <p:contentPart p14:bwMode="auto" r:id="rId3">
            <p14:nvContentPartPr>
              <p14:cNvPr id="62" name="Ink 61">
                <a:extLst>
                  <a:ext uri="{FF2B5EF4-FFF2-40B4-BE49-F238E27FC236}">
                    <a16:creationId xmlns:a16="http://schemas.microsoft.com/office/drawing/2014/main" id="{EF314764-4C16-6B53-1128-A2580EF60530}"/>
                  </a:ext>
                </a:extLst>
              </p14:cNvPr>
              <p14:cNvContentPartPr/>
              <p14:nvPr/>
            </p14:nvContentPartPr>
            <p14:xfrm>
              <a:off x="6501823" y="5700720"/>
              <a:ext cx="2436840" cy="1066680"/>
            </p14:xfrm>
          </p:contentPart>
        </mc:Choice>
        <mc:Fallback xmlns="">
          <p:pic>
            <p:nvPicPr>
              <p:cNvPr id="62" name="Ink 61">
                <a:extLst>
                  <a:ext uri="{FF2B5EF4-FFF2-40B4-BE49-F238E27FC236}">
                    <a16:creationId xmlns:a16="http://schemas.microsoft.com/office/drawing/2014/main" id="{EF314764-4C16-6B53-1128-A2580EF60530}"/>
                  </a:ext>
                </a:extLst>
              </p:cNvPr>
              <p:cNvPicPr/>
              <p:nvPr/>
            </p:nvPicPr>
            <p:blipFill>
              <a:blip r:embed="rId6"/>
              <a:stretch>
                <a:fillRect/>
              </a:stretch>
            </p:blipFill>
            <p:spPr>
              <a:xfrm>
                <a:off x="6466183" y="5665080"/>
                <a:ext cx="2508480" cy="1138320"/>
              </a:xfrm>
              <a:prstGeom prst="rect">
                <a:avLst/>
              </a:prstGeom>
            </p:spPr>
          </p:pic>
        </mc:Fallback>
      </mc:AlternateContent>
    </p:spTree>
    <p:extLst>
      <p:ext uri="{BB962C8B-B14F-4D97-AF65-F5344CB8AC3E}">
        <p14:creationId xmlns:p14="http://schemas.microsoft.com/office/powerpoint/2010/main" val="1793706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18643" y="257608"/>
            <a:ext cx="11341268" cy="680196"/>
          </a:xfrm>
        </p:spPr>
        <p:txBody>
          <a:bodyPr>
            <a:normAutofit fontScale="90000"/>
          </a:bodyPr>
          <a:lstStyle/>
          <a:p>
            <a:r>
              <a:rPr lang="en-US" dirty="0"/>
              <a:t>Compare </a:t>
            </a:r>
            <a:r>
              <a:rPr lang="en-US" dirty="0" err="1"/>
              <a:t>CapEx</a:t>
            </a:r>
            <a:r>
              <a:rPr lang="en-US" dirty="0"/>
              <a:t> vs. </a:t>
            </a:r>
            <a:r>
              <a:rPr lang="en-US" dirty="0" err="1"/>
              <a:t>OpEx</a:t>
            </a:r>
            <a:endParaRPr lang="en-US" dirty="0"/>
          </a:p>
        </p:txBody>
      </p:sp>
      <p:sp>
        <p:nvSpPr>
          <p:cNvPr id="13" name="Text Placeholder 5">
            <a:extLst>
              <a:ext uri="{FF2B5EF4-FFF2-40B4-BE49-F238E27FC236}">
                <a16:creationId xmlns:a16="http://schemas.microsoft.com/office/drawing/2014/main" id="{BD916D7D-E004-4AC2-A5EB-C908C1B5F98E}"/>
              </a:ext>
            </a:extLst>
          </p:cNvPr>
          <p:cNvSpPr txBox="1">
            <a:spLocks/>
          </p:cNvSpPr>
          <p:nvPr/>
        </p:nvSpPr>
        <p:spPr>
          <a:xfrm>
            <a:off x="418022" y="1065292"/>
            <a:ext cx="9217224" cy="1255728"/>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b="1" i="0" dirty="0">
                <a:solidFill>
                  <a:srgbClr val="171717"/>
                </a:solidFill>
                <a:effectLst/>
                <a:latin typeface="+mj-lt"/>
              </a:rPr>
              <a:t>Capital Expenditure (</a:t>
            </a:r>
            <a:r>
              <a:rPr lang="en-US" sz="2400" b="1" i="0" dirty="0" err="1">
                <a:solidFill>
                  <a:srgbClr val="171717"/>
                </a:solidFill>
                <a:effectLst/>
                <a:latin typeface="+mj-lt"/>
              </a:rPr>
              <a:t>CapEx</a:t>
            </a:r>
            <a:r>
              <a:rPr lang="en-US" sz="2400" b="1" i="0" dirty="0">
                <a:solidFill>
                  <a:srgbClr val="171717"/>
                </a:solidFill>
                <a:effectLst/>
                <a:latin typeface="+mj-lt"/>
              </a:rPr>
              <a:t>)</a:t>
            </a:r>
            <a:endParaRPr lang="en-US" sz="2400" b="0" i="0" dirty="0">
              <a:solidFill>
                <a:srgbClr val="171717"/>
              </a:solidFill>
              <a:effectLst/>
              <a:latin typeface="+mj-lt"/>
            </a:endParaRPr>
          </a:p>
          <a:p>
            <a:r>
              <a:rPr lang="en-US" sz="2400" b="0" i="0" dirty="0">
                <a:solidFill>
                  <a:srgbClr val="171717"/>
                </a:solidFill>
                <a:effectLst/>
                <a:latin typeface="+mn-lt"/>
              </a:rPr>
              <a:t>The up-front spending of money on physical infrastructure.</a:t>
            </a:r>
          </a:p>
          <a:p>
            <a:r>
              <a:rPr lang="en-US" sz="2400" dirty="0">
                <a:solidFill>
                  <a:srgbClr val="171717"/>
                </a:solidFill>
                <a:latin typeface="+mn-lt"/>
              </a:rPr>
              <a:t>C</a:t>
            </a:r>
            <a:r>
              <a:rPr lang="en-US" sz="2400" b="0" i="0" dirty="0">
                <a:solidFill>
                  <a:srgbClr val="171717"/>
                </a:solidFill>
                <a:effectLst/>
                <a:latin typeface="+mn-lt"/>
              </a:rPr>
              <a:t>osts from </a:t>
            </a:r>
            <a:r>
              <a:rPr lang="en-US" sz="2400" b="0" i="0" dirty="0" err="1">
                <a:solidFill>
                  <a:srgbClr val="171717"/>
                </a:solidFill>
                <a:effectLst/>
                <a:latin typeface="+mn-lt"/>
              </a:rPr>
              <a:t>CapEx</a:t>
            </a:r>
            <a:r>
              <a:rPr lang="en-US" sz="2400" b="0" i="0" dirty="0">
                <a:solidFill>
                  <a:srgbClr val="171717"/>
                </a:solidFill>
                <a:effectLst/>
                <a:latin typeface="+mn-lt"/>
              </a:rPr>
              <a:t> have a value that reduces over time</a:t>
            </a:r>
            <a:r>
              <a:rPr lang="en-US" sz="2400" b="0" i="0" dirty="0">
                <a:solidFill>
                  <a:srgbClr val="171717"/>
                </a:solidFill>
                <a:effectLst/>
                <a:latin typeface="+mj-lt"/>
              </a:rPr>
              <a:t>.</a:t>
            </a:r>
            <a:endParaRPr lang="en-US" sz="3600" dirty="0">
              <a:latin typeface="+mj-lt"/>
            </a:endParaRPr>
          </a:p>
        </p:txBody>
      </p:sp>
      <p:sp>
        <p:nvSpPr>
          <p:cNvPr id="12" name="Text Placeholder 5">
            <a:extLst>
              <a:ext uri="{FF2B5EF4-FFF2-40B4-BE49-F238E27FC236}">
                <a16:creationId xmlns:a16="http://schemas.microsoft.com/office/drawing/2014/main" id="{BB168742-A921-43BB-B052-698DDA956797}"/>
              </a:ext>
            </a:extLst>
          </p:cNvPr>
          <p:cNvSpPr txBox="1">
            <a:spLocks/>
          </p:cNvSpPr>
          <p:nvPr/>
        </p:nvSpPr>
        <p:spPr>
          <a:xfrm>
            <a:off x="418022" y="2534017"/>
            <a:ext cx="10058666" cy="1255728"/>
          </a:xfrm>
          <a:prstGeom prst="rect">
            <a:avLst/>
          </a:prstGeom>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b="1" dirty="0">
                <a:solidFill>
                  <a:srgbClr val="171717"/>
                </a:solidFill>
                <a:latin typeface="+mj-lt"/>
              </a:rPr>
              <a:t>Operational Expenditure (</a:t>
            </a:r>
            <a:r>
              <a:rPr lang="en-US" sz="2400" b="1" dirty="0" err="1">
                <a:solidFill>
                  <a:srgbClr val="171717"/>
                </a:solidFill>
                <a:latin typeface="+mj-lt"/>
              </a:rPr>
              <a:t>OpEx</a:t>
            </a:r>
            <a:r>
              <a:rPr lang="en-US" sz="2400" b="1" dirty="0">
                <a:solidFill>
                  <a:srgbClr val="171717"/>
                </a:solidFill>
                <a:latin typeface="+mj-lt"/>
              </a:rPr>
              <a:t>)</a:t>
            </a:r>
          </a:p>
          <a:p>
            <a:r>
              <a:rPr lang="en-US" sz="2400" dirty="0">
                <a:solidFill>
                  <a:srgbClr val="171717"/>
                </a:solidFill>
                <a:latin typeface="Segoe UI"/>
                <a:cs typeface="Segoe UI Semilight"/>
              </a:rPr>
              <a:t>Spend on products and services</a:t>
            </a:r>
            <a:r>
              <a:rPr lang="en-US" sz="2400" b="0" i="0" dirty="0">
                <a:solidFill>
                  <a:srgbClr val="171717"/>
                </a:solidFill>
                <a:effectLst/>
                <a:latin typeface="Segoe UI"/>
                <a:cs typeface="Segoe UI Semilight"/>
              </a:rPr>
              <a:t> as needed</a:t>
            </a:r>
            <a:r>
              <a:rPr lang="en-US" sz="2400" dirty="0">
                <a:solidFill>
                  <a:srgbClr val="171717"/>
                </a:solidFill>
                <a:latin typeface="Segoe UI"/>
                <a:cs typeface="Segoe UI Semilight"/>
              </a:rPr>
              <a:t>, pay-as-you-go </a:t>
            </a:r>
            <a:endParaRPr lang="en-US" sz="2400" b="0" i="0" dirty="0">
              <a:solidFill>
                <a:srgbClr val="171717"/>
              </a:solidFill>
              <a:effectLst/>
              <a:latin typeface="Segoe UI" panose="020B0502040204020203" pitchFamily="34" charset="0"/>
            </a:endParaRPr>
          </a:p>
          <a:p>
            <a:r>
              <a:rPr lang="en-US" sz="2400" dirty="0">
                <a:solidFill>
                  <a:srgbClr val="171717"/>
                </a:solidFill>
                <a:latin typeface="Segoe UI"/>
                <a:cs typeface="Segoe UI Semilight"/>
              </a:rPr>
              <a:t>Get billed immediately</a:t>
            </a:r>
            <a:endParaRPr lang="en-US" sz="3600" dirty="0"/>
          </a:p>
        </p:txBody>
      </p:sp>
      <p:pic>
        <p:nvPicPr>
          <p:cNvPr id="4" name="Picture 3" descr="Two sided graphic to show a larger dollar bill on the left, and several smaller dollar bills on the right.  This represents that CapEx (left) usually results in large bulk expenses; while OpEx (right) results in savings and many smaller expenses.">
            <a:extLst>
              <a:ext uri="{FF2B5EF4-FFF2-40B4-BE49-F238E27FC236}">
                <a16:creationId xmlns:a16="http://schemas.microsoft.com/office/drawing/2014/main" id="{5972BCE5-5A45-4B9B-A132-A19D61D70433}"/>
              </a:ext>
            </a:extLst>
          </p:cNvPr>
          <p:cNvPicPr>
            <a:picLocks noChangeAspect="1"/>
          </p:cNvPicPr>
          <p:nvPr/>
        </p:nvPicPr>
        <p:blipFill>
          <a:blip r:embed="rId3"/>
          <a:stretch>
            <a:fillRect/>
          </a:stretch>
        </p:blipFill>
        <p:spPr>
          <a:xfrm>
            <a:off x="1677387" y="3809429"/>
            <a:ext cx="8837225" cy="1826632"/>
          </a:xfrm>
          <a:prstGeom prst="rect">
            <a:avLst/>
          </a:prstGeom>
        </p:spPr>
      </p:pic>
    </p:spTree>
    <p:extLst>
      <p:ext uri="{BB962C8B-B14F-4D97-AF65-F5344CB8AC3E}">
        <p14:creationId xmlns:p14="http://schemas.microsoft.com/office/powerpoint/2010/main" val="3254762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Consumption-based model</a:t>
            </a:r>
          </a:p>
        </p:txBody>
      </p:sp>
      <p:sp>
        <p:nvSpPr>
          <p:cNvPr id="3" name="Content Placeholder 2">
            <a:extLst>
              <a:ext uri="{FF2B5EF4-FFF2-40B4-BE49-F238E27FC236}">
                <a16:creationId xmlns:a16="http://schemas.microsoft.com/office/drawing/2014/main" id="{555A1F15-45F6-4B2F-822D-14E80BF966A1}"/>
              </a:ext>
            </a:extLst>
          </p:cNvPr>
          <p:cNvSpPr>
            <a:spLocks noGrp="1"/>
          </p:cNvSpPr>
          <p:nvPr>
            <p:ph sz="quarter" idx="10"/>
          </p:nvPr>
        </p:nvSpPr>
        <p:spPr>
          <a:xfrm>
            <a:off x="418643" y="1388802"/>
            <a:ext cx="10616929" cy="3129062"/>
          </a:xfrm>
        </p:spPr>
        <p:txBody>
          <a:bodyPr/>
          <a:lstStyle/>
          <a:p>
            <a:r>
              <a:rPr lang="en-US" b="0" i="0" dirty="0">
                <a:solidFill>
                  <a:srgbClr val="171717"/>
                </a:solidFill>
                <a:effectLst/>
                <a:latin typeface="Segoe UI" panose="020B0502040204020203" pitchFamily="34" charset="0"/>
              </a:rPr>
              <a:t>Cloud service providers operate on a </a:t>
            </a:r>
            <a:r>
              <a:rPr lang="en-US" i="0" dirty="0">
                <a:solidFill>
                  <a:srgbClr val="171717"/>
                </a:solidFill>
                <a:effectLst/>
                <a:latin typeface="Segoe UI" panose="020B0502040204020203" pitchFamily="34" charset="0"/>
              </a:rPr>
              <a:t>consumption-based model, </a:t>
            </a:r>
            <a:r>
              <a:rPr lang="en-US" b="0" i="0" dirty="0">
                <a:solidFill>
                  <a:srgbClr val="171717"/>
                </a:solidFill>
                <a:effectLst/>
                <a:latin typeface="Segoe UI" panose="020B0502040204020203" pitchFamily="34" charset="0"/>
              </a:rPr>
              <a:t>which means that end users only pay for the resources that they use. Whatever they use is what they pay for.</a:t>
            </a:r>
          </a:p>
          <a:p>
            <a:endParaRPr lang="en-US" sz="1000" i="0" dirty="0">
              <a:solidFill>
                <a:srgbClr val="171717"/>
              </a:solidFill>
              <a:effectLst/>
              <a:latin typeface="Segoe UI" panose="020B0502040204020203" pitchFamily="34" charset="0"/>
            </a:endParaRPr>
          </a:p>
          <a:p>
            <a:pPr marL="342900" indent="-342900">
              <a:buFont typeface="Arial" panose="020B0604020202020204" pitchFamily="34" charset="0"/>
              <a:buChar char="•"/>
            </a:pPr>
            <a:r>
              <a:rPr lang="en-US" dirty="0">
                <a:solidFill>
                  <a:srgbClr val="171717"/>
                </a:solidFill>
                <a:latin typeface="Segoe UI" panose="020B0502040204020203" pitchFamily="34" charset="0"/>
              </a:rPr>
              <a:t>B</a:t>
            </a:r>
            <a:r>
              <a:rPr lang="en-US" b="0" i="0" dirty="0">
                <a:solidFill>
                  <a:srgbClr val="171717"/>
                </a:solidFill>
                <a:effectLst/>
                <a:latin typeface="Segoe UI" panose="020B0502040204020203" pitchFamily="34" charset="0"/>
              </a:rPr>
              <a:t>etter cost prediction</a:t>
            </a:r>
          </a:p>
          <a:p>
            <a:pPr marL="342900" indent="-342900">
              <a:buFont typeface="Arial" panose="020B0604020202020204" pitchFamily="34" charset="0"/>
              <a:buChar char="•"/>
            </a:pPr>
            <a:r>
              <a:rPr lang="en-US" b="0" i="0" dirty="0">
                <a:solidFill>
                  <a:srgbClr val="171717"/>
                </a:solidFill>
                <a:effectLst/>
                <a:latin typeface="Segoe UI" panose="020B0502040204020203" pitchFamily="34" charset="0"/>
              </a:rPr>
              <a:t>Prices for individual resources and services are provided</a:t>
            </a:r>
          </a:p>
          <a:p>
            <a:pPr marL="342900" indent="-342900">
              <a:buFont typeface="Arial" panose="020B0604020202020204" pitchFamily="34" charset="0"/>
              <a:buChar char="•"/>
            </a:pPr>
            <a:r>
              <a:rPr lang="en-US" dirty="0">
                <a:solidFill>
                  <a:srgbClr val="171717"/>
                </a:solidFill>
                <a:latin typeface="Segoe UI" panose="020B0502040204020203" pitchFamily="34" charset="0"/>
              </a:rPr>
              <a:t>Billing is based on actual usage</a:t>
            </a:r>
          </a:p>
        </p:txBody>
      </p:sp>
      <p:pic>
        <p:nvPicPr>
          <p:cNvPr id="4" name="Graphic 3" descr="Gauge">
            <a:extLst>
              <a:ext uri="{FF2B5EF4-FFF2-40B4-BE49-F238E27FC236}">
                <a16:creationId xmlns:a16="http://schemas.microsoft.com/office/drawing/2014/main" id="{BF3450F1-8740-4288-8FC0-17BA4189AB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39872" y="2080548"/>
            <a:ext cx="3019063" cy="3019063"/>
          </a:xfrm>
          <a:prstGeom prst="rect">
            <a:avLst/>
          </a:prstGeom>
        </p:spPr>
      </p:pic>
      <p:grpSp>
        <p:nvGrpSpPr>
          <p:cNvPr id="19" name="Group 18">
            <a:extLst>
              <a:ext uri="{FF2B5EF4-FFF2-40B4-BE49-F238E27FC236}">
                <a16:creationId xmlns:a16="http://schemas.microsoft.com/office/drawing/2014/main" id="{F9E2E63B-1823-B7A4-F813-E946A3C2F9EA}"/>
              </a:ext>
            </a:extLst>
          </p:cNvPr>
          <p:cNvGrpSpPr/>
          <p:nvPr/>
        </p:nvGrpSpPr>
        <p:grpSpPr>
          <a:xfrm>
            <a:off x="8516023" y="4540646"/>
            <a:ext cx="3589920" cy="1571040"/>
            <a:chOff x="8516023" y="4540646"/>
            <a:chExt cx="3589920" cy="1571040"/>
          </a:xfrm>
        </p:grpSpPr>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1754FE03-2E7D-228C-B03D-CAAB165B6D51}"/>
                    </a:ext>
                  </a:extLst>
                </p14:cNvPr>
                <p14:cNvContentPartPr/>
                <p14:nvPr/>
              </p14:nvContentPartPr>
              <p14:xfrm>
                <a:off x="8813383" y="5383046"/>
                <a:ext cx="179280" cy="255600"/>
              </p14:xfrm>
            </p:contentPart>
          </mc:Choice>
          <mc:Fallback xmlns="">
            <p:pic>
              <p:nvPicPr>
                <p:cNvPr id="2" name="Ink 1">
                  <a:extLst>
                    <a:ext uri="{FF2B5EF4-FFF2-40B4-BE49-F238E27FC236}">
                      <a16:creationId xmlns:a16="http://schemas.microsoft.com/office/drawing/2014/main" id="{1754FE03-2E7D-228C-B03D-CAAB165B6D51}"/>
                    </a:ext>
                  </a:extLst>
                </p:cNvPr>
                <p:cNvPicPr/>
                <p:nvPr/>
              </p:nvPicPr>
              <p:blipFill>
                <a:blip r:embed="rId6"/>
                <a:stretch>
                  <a:fillRect/>
                </a:stretch>
              </p:blipFill>
              <p:spPr>
                <a:xfrm>
                  <a:off x="8777743" y="5347046"/>
                  <a:ext cx="250920" cy="327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A51FA338-12DA-F9E8-954F-B12EC04AF975}"/>
                    </a:ext>
                  </a:extLst>
                </p14:cNvPr>
                <p14:cNvContentPartPr/>
                <p14:nvPr/>
              </p14:nvContentPartPr>
              <p14:xfrm>
                <a:off x="8772703" y="5342366"/>
                <a:ext cx="78840" cy="55800"/>
              </p14:xfrm>
            </p:contentPart>
          </mc:Choice>
          <mc:Fallback xmlns="">
            <p:pic>
              <p:nvPicPr>
                <p:cNvPr id="5" name="Ink 4">
                  <a:extLst>
                    <a:ext uri="{FF2B5EF4-FFF2-40B4-BE49-F238E27FC236}">
                      <a16:creationId xmlns:a16="http://schemas.microsoft.com/office/drawing/2014/main" id="{A51FA338-12DA-F9E8-954F-B12EC04AF975}"/>
                    </a:ext>
                  </a:extLst>
                </p:cNvPr>
                <p:cNvPicPr/>
                <p:nvPr/>
              </p:nvPicPr>
              <p:blipFill>
                <a:blip r:embed="rId8"/>
                <a:stretch>
                  <a:fillRect/>
                </a:stretch>
              </p:blipFill>
              <p:spPr>
                <a:xfrm>
                  <a:off x="8737063" y="5306726"/>
                  <a:ext cx="15048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id="{F66264A3-4698-273D-78FC-4BD0145C4481}"/>
                    </a:ext>
                  </a:extLst>
                </p14:cNvPr>
                <p14:cNvContentPartPr/>
                <p14:nvPr/>
              </p14:nvContentPartPr>
              <p14:xfrm>
                <a:off x="8961343" y="5369726"/>
                <a:ext cx="265680" cy="138600"/>
              </p14:xfrm>
            </p:contentPart>
          </mc:Choice>
          <mc:Fallback xmlns="">
            <p:pic>
              <p:nvPicPr>
                <p:cNvPr id="6" name="Ink 5">
                  <a:extLst>
                    <a:ext uri="{FF2B5EF4-FFF2-40B4-BE49-F238E27FC236}">
                      <a16:creationId xmlns:a16="http://schemas.microsoft.com/office/drawing/2014/main" id="{F66264A3-4698-273D-78FC-4BD0145C4481}"/>
                    </a:ext>
                  </a:extLst>
                </p:cNvPr>
                <p:cNvPicPr/>
                <p:nvPr/>
              </p:nvPicPr>
              <p:blipFill>
                <a:blip r:embed="rId10"/>
                <a:stretch>
                  <a:fillRect/>
                </a:stretch>
              </p:blipFill>
              <p:spPr>
                <a:xfrm>
                  <a:off x="8925703" y="5334086"/>
                  <a:ext cx="33732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 name="Ink 6">
                  <a:extLst>
                    <a:ext uri="{FF2B5EF4-FFF2-40B4-BE49-F238E27FC236}">
                      <a16:creationId xmlns:a16="http://schemas.microsoft.com/office/drawing/2014/main" id="{26707160-DEC2-CB88-7D4F-3841E2DDB2F9}"/>
                    </a:ext>
                  </a:extLst>
                </p14:cNvPr>
                <p14:cNvContentPartPr/>
                <p14:nvPr/>
              </p14:nvContentPartPr>
              <p14:xfrm>
                <a:off x="8516023" y="5083886"/>
                <a:ext cx="907560" cy="815040"/>
              </p14:xfrm>
            </p:contentPart>
          </mc:Choice>
          <mc:Fallback xmlns="">
            <p:pic>
              <p:nvPicPr>
                <p:cNvPr id="7" name="Ink 6">
                  <a:extLst>
                    <a:ext uri="{FF2B5EF4-FFF2-40B4-BE49-F238E27FC236}">
                      <a16:creationId xmlns:a16="http://schemas.microsoft.com/office/drawing/2014/main" id="{26707160-DEC2-CB88-7D4F-3841E2DDB2F9}"/>
                    </a:ext>
                  </a:extLst>
                </p:cNvPr>
                <p:cNvPicPr/>
                <p:nvPr/>
              </p:nvPicPr>
              <p:blipFill>
                <a:blip r:embed="rId12"/>
                <a:stretch>
                  <a:fillRect/>
                </a:stretch>
              </p:blipFill>
              <p:spPr>
                <a:xfrm>
                  <a:off x="8480383" y="5047886"/>
                  <a:ext cx="979200" cy="8866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8" name="Ink 7">
                  <a:extLst>
                    <a:ext uri="{FF2B5EF4-FFF2-40B4-BE49-F238E27FC236}">
                      <a16:creationId xmlns:a16="http://schemas.microsoft.com/office/drawing/2014/main" id="{AF0E5947-4601-D3BD-9A80-EA3B74495934}"/>
                    </a:ext>
                  </a:extLst>
                </p14:cNvPr>
                <p14:cNvContentPartPr/>
                <p14:nvPr/>
              </p14:nvContentPartPr>
              <p14:xfrm>
                <a:off x="9392263" y="5099366"/>
                <a:ext cx="422280" cy="309960"/>
              </p14:xfrm>
            </p:contentPart>
          </mc:Choice>
          <mc:Fallback xmlns="">
            <p:pic>
              <p:nvPicPr>
                <p:cNvPr id="8" name="Ink 7">
                  <a:extLst>
                    <a:ext uri="{FF2B5EF4-FFF2-40B4-BE49-F238E27FC236}">
                      <a16:creationId xmlns:a16="http://schemas.microsoft.com/office/drawing/2014/main" id="{AF0E5947-4601-D3BD-9A80-EA3B74495934}"/>
                    </a:ext>
                  </a:extLst>
                </p:cNvPr>
                <p:cNvPicPr/>
                <p:nvPr/>
              </p:nvPicPr>
              <p:blipFill>
                <a:blip r:embed="rId14"/>
                <a:stretch>
                  <a:fillRect/>
                </a:stretch>
              </p:blipFill>
              <p:spPr>
                <a:xfrm>
                  <a:off x="9356623" y="5063366"/>
                  <a:ext cx="493920" cy="3816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9" name="Ink 8">
                  <a:extLst>
                    <a:ext uri="{FF2B5EF4-FFF2-40B4-BE49-F238E27FC236}">
                      <a16:creationId xmlns:a16="http://schemas.microsoft.com/office/drawing/2014/main" id="{2352553E-65C8-0A67-28B5-5F07292E21C2}"/>
                    </a:ext>
                  </a:extLst>
                </p14:cNvPr>
                <p14:cNvContentPartPr/>
                <p14:nvPr/>
              </p14:nvContentPartPr>
              <p14:xfrm>
                <a:off x="9617623" y="5067326"/>
                <a:ext cx="378360" cy="257760"/>
              </p14:xfrm>
            </p:contentPart>
          </mc:Choice>
          <mc:Fallback xmlns="">
            <p:pic>
              <p:nvPicPr>
                <p:cNvPr id="9" name="Ink 8">
                  <a:extLst>
                    <a:ext uri="{FF2B5EF4-FFF2-40B4-BE49-F238E27FC236}">
                      <a16:creationId xmlns:a16="http://schemas.microsoft.com/office/drawing/2014/main" id="{2352553E-65C8-0A67-28B5-5F07292E21C2}"/>
                    </a:ext>
                  </a:extLst>
                </p:cNvPr>
                <p:cNvPicPr/>
                <p:nvPr/>
              </p:nvPicPr>
              <p:blipFill>
                <a:blip r:embed="rId16"/>
                <a:stretch>
                  <a:fillRect/>
                </a:stretch>
              </p:blipFill>
              <p:spPr>
                <a:xfrm>
                  <a:off x="9581623" y="5031686"/>
                  <a:ext cx="450000" cy="3294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0" name="Ink 9">
                  <a:extLst>
                    <a:ext uri="{FF2B5EF4-FFF2-40B4-BE49-F238E27FC236}">
                      <a16:creationId xmlns:a16="http://schemas.microsoft.com/office/drawing/2014/main" id="{81FC2080-AD48-7832-EABD-387D8020738D}"/>
                    </a:ext>
                  </a:extLst>
                </p14:cNvPr>
                <p14:cNvContentPartPr/>
                <p14:nvPr/>
              </p14:nvContentPartPr>
              <p14:xfrm>
                <a:off x="10106503" y="4909646"/>
                <a:ext cx="161640" cy="235080"/>
              </p14:xfrm>
            </p:contentPart>
          </mc:Choice>
          <mc:Fallback xmlns="">
            <p:pic>
              <p:nvPicPr>
                <p:cNvPr id="10" name="Ink 9">
                  <a:extLst>
                    <a:ext uri="{FF2B5EF4-FFF2-40B4-BE49-F238E27FC236}">
                      <a16:creationId xmlns:a16="http://schemas.microsoft.com/office/drawing/2014/main" id="{81FC2080-AD48-7832-EABD-387D8020738D}"/>
                    </a:ext>
                  </a:extLst>
                </p:cNvPr>
                <p:cNvPicPr/>
                <p:nvPr/>
              </p:nvPicPr>
              <p:blipFill>
                <a:blip r:embed="rId18"/>
                <a:stretch>
                  <a:fillRect/>
                </a:stretch>
              </p:blipFill>
              <p:spPr>
                <a:xfrm>
                  <a:off x="10070863" y="4874006"/>
                  <a:ext cx="23328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1" name="Ink 10">
                  <a:extLst>
                    <a:ext uri="{FF2B5EF4-FFF2-40B4-BE49-F238E27FC236}">
                      <a16:creationId xmlns:a16="http://schemas.microsoft.com/office/drawing/2014/main" id="{4597E344-1349-1666-F9A9-FB37A319CC33}"/>
                    </a:ext>
                  </a:extLst>
                </p14:cNvPr>
                <p14:cNvContentPartPr/>
                <p14:nvPr/>
              </p14:nvContentPartPr>
              <p14:xfrm>
                <a:off x="10400263" y="4748726"/>
                <a:ext cx="265320" cy="266040"/>
              </p14:xfrm>
            </p:contentPart>
          </mc:Choice>
          <mc:Fallback xmlns="">
            <p:pic>
              <p:nvPicPr>
                <p:cNvPr id="11" name="Ink 10">
                  <a:extLst>
                    <a:ext uri="{FF2B5EF4-FFF2-40B4-BE49-F238E27FC236}">
                      <a16:creationId xmlns:a16="http://schemas.microsoft.com/office/drawing/2014/main" id="{4597E344-1349-1666-F9A9-FB37A319CC33}"/>
                    </a:ext>
                  </a:extLst>
                </p:cNvPr>
                <p:cNvPicPr/>
                <p:nvPr/>
              </p:nvPicPr>
              <p:blipFill>
                <a:blip r:embed="rId20"/>
                <a:stretch>
                  <a:fillRect/>
                </a:stretch>
              </p:blipFill>
              <p:spPr>
                <a:xfrm>
                  <a:off x="10364263" y="4713086"/>
                  <a:ext cx="336960" cy="3376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2" name="Ink 11">
                  <a:extLst>
                    <a:ext uri="{FF2B5EF4-FFF2-40B4-BE49-F238E27FC236}">
                      <a16:creationId xmlns:a16="http://schemas.microsoft.com/office/drawing/2014/main" id="{E4681D91-1B17-A595-0AA1-E464D1C34F69}"/>
                    </a:ext>
                  </a:extLst>
                </p14:cNvPr>
                <p14:cNvContentPartPr/>
                <p14:nvPr/>
              </p14:nvContentPartPr>
              <p14:xfrm>
                <a:off x="10116583" y="5615246"/>
                <a:ext cx="215640" cy="356040"/>
              </p14:xfrm>
            </p:contentPart>
          </mc:Choice>
          <mc:Fallback xmlns="">
            <p:pic>
              <p:nvPicPr>
                <p:cNvPr id="12" name="Ink 11">
                  <a:extLst>
                    <a:ext uri="{FF2B5EF4-FFF2-40B4-BE49-F238E27FC236}">
                      <a16:creationId xmlns:a16="http://schemas.microsoft.com/office/drawing/2014/main" id="{E4681D91-1B17-A595-0AA1-E464D1C34F69}"/>
                    </a:ext>
                  </a:extLst>
                </p:cNvPr>
                <p:cNvPicPr/>
                <p:nvPr/>
              </p:nvPicPr>
              <p:blipFill>
                <a:blip r:embed="rId22"/>
                <a:stretch>
                  <a:fillRect/>
                </a:stretch>
              </p:blipFill>
              <p:spPr>
                <a:xfrm>
                  <a:off x="10080943" y="5579246"/>
                  <a:ext cx="287280" cy="4276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3" name="Ink 12">
                  <a:extLst>
                    <a:ext uri="{FF2B5EF4-FFF2-40B4-BE49-F238E27FC236}">
                      <a16:creationId xmlns:a16="http://schemas.microsoft.com/office/drawing/2014/main" id="{17127E80-85B2-BD4A-BBAA-1C6526010E03}"/>
                    </a:ext>
                  </a:extLst>
                </p14:cNvPr>
                <p14:cNvContentPartPr/>
                <p14:nvPr/>
              </p14:nvContentPartPr>
              <p14:xfrm>
                <a:off x="10361023" y="5552606"/>
                <a:ext cx="324000" cy="253080"/>
              </p14:xfrm>
            </p:contentPart>
          </mc:Choice>
          <mc:Fallback xmlns="">
            <p:pic>
              <p:nvPicPr>
                <p:cNvPr id="13" name="Ink 12">
                  <a:extLst>
                    <a:ext uri="{FF2B5EF4-FFF2-40B4-BE49-F238E27FC236}">
                      <a16:creationId xmlns:a16="http://schemas.microsoft.com/office/drawing/2014/main" id="{17127E80-85B2-BD4A-BBAA-1C6526010E03}"/>
                    </a:ext>
                  </a:extLst>
                </p:cNvPr>
                <p:cNvPicPr/>
                <p:nvPr/>
              </p:nvPicPr>
              <p:blipFill>
                <a:blip r:embed="rId24"/>
                <a:stretch>
                  <a:fillRect/>
                </a:stretch>
              </p:blipFill>
              <p:spPr>
                <a:xfrm>
                  <a:off x="10325023" y="5516966"/>
                  <a:ext cx="395640" cy="3247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4" name="Ink 13">
                  <a:extLst>
                    <a:ext uri="{FF2B5EF4-FFF2-40B4-BE49-F238E27FC236}">
                      <a16:creationId xmlns:a16="http://schemas.microsoft.com/office/drawing/2014/main" id="{C45548C6-70BE-AF4E-CE09-39A5C9044B3B}"/>
                    </a:ext>
                  </a:extLst>
                </p14:cNvPr>
                <p14:cNvContentPartPr/>
                <p14:nvPr/>
              </p14:nvContentPartPr>
              <p14:xfrm>
                <a:off x="10768903" y="5358566"/>
                <a:ext cx="255240" cy="341640"/>
              </p14:xfrm>
            </p:contentPart>
          </mc:Choice>
          <mc:Fallback xmlns="">
            <p:pic>
              <p:nvPicPr>
                <p:cNvPr id="14" name="Ink 13">
                  <a:extLst>
                    <a:ext uri="{FF2B5EF4-FFF2-40B4-BE49-F238E27FC236}">
                      <a16:creationId xmlns:a16="http://schemas.microsoft.com/office/drawing/2014/main" id="{C45548C6-70BE-AF4E-CE09-39A5C9044B3B}"/>
                    </a:ext>
                  </a:extLst>
                </p:cNvPr>
                <p:cNvPicPr/>
                <p:nvPr/>
              </p:nvPicPr>
              <p:blipFill>
                <a:blip r:embed="rId26"/>
                <a:stretch>
                  <a:fillRect/>
                </a:stretch>
              </p:blipFill>
              <p:spPr>
                <a:xfrm>
                  <a:off x="10733263" y="5322926"/>
                  <a:ext cx="326880" cy="4132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5" name="Ink 14">
                  <a:extLst>
                    <a:ext uri="{FF2B5EF4-FFF2-40B4-BE49-F238E27FC236}">
                      <a16:creationId xmlns:a16="http://schemas.microsoft.com/office/drawing/2014/main" id="{365A07C1-6CEA-E1F0-F4DD-ECCC219BC9B9}"/>
                    </a:ext>
                  </a:extLst>
                </p14:cNvPr>
                <p14:cNvContentPartPr/>
                <p14:nvPr/>
              </p14:nvContentPartPr>
              <p14:xfrm>
                <a:off x="10994623" y="5240486"/>
                <a:ext cx="218160" cy="231120"/>
              </p14:xfrm>
            </p:contentPart>
          </mc:Choice>
          <mc:Fallback xmlns="">
            <p:pic>
              <p:nvPicPr>
                <p:cNvPr id="15" name="Ink 14">
                  <a:extLst>
                    <a:ext uri="{FF2B5EF4-FFF2-40B4-BE49-F238E27FC236}">
                      <a16:creationId xmlns:a16="http://schemas.microsoft.com/office/drawing/2014/main" id="{365A07C1-6CEA-E1F0-F4DD-ECCC219BC9B9}"/>
                    </a:ext>
                  </a:extLst>
                </p:cNvPr>
                <p:cNvPicPr/>
                <p:nvPr/>
              </p:nvPicPr>
              <p:blipFill>
                <a:blip r:embed="rId28"/>
                <a:stretch>
                  <a:fillRect/>
                </a:stretch>
              </p:blipFill>
              <p:spPr>
                <a:xfrm>
                  <a:off x="10958983" y="5204486"/>
                  <a:ext cx="28980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6" name="Ink 15">
                  <a:extLst>
                    <a:ext uri="{FF2B5EF4-FFF2-40B4-BE49-F238E27FC236}">
                      <a16:creationId xmlns:a16="http://schemas.microsoft.com/office/drawing/2014/main" id="{5883B753-88B8-02A9-E05D-7205710D11AA}"/>
                    </a:ext>
                  </a:extLst>
                </p14:cNvPr>
                <p14:cNvContentPartPr/>
                <p14:nvPr/>
              </p14:nvContentPartPr>
              <p14:xfrm>
                <a:off x="11289103" y="4540646"/>
                <a:ext cx="716400" cy="741240"/>
              </p14:xfrm>
            </p:contentPart>
          </mc:Choice>
          <mc:Fallback xmlns="">
            <p:pic>
              <p:nvPicPr>
                <p:cNvPr id="16" name="Ink 15">
                  <a:extLst>
                    <a:ext uri="{FF2B5EF4-FFF2-40B4-BE49-F238E27FC236}">
                      <a16:creationId xmlns:a16="http://schemas.microsoft.com/office/drawing/2014/main" id="{5883B753-88B8-02A9-E05D-7205710D11AA}"/>
                    </a:ext>
                  </a:extLst>
                </p:cNvPr>
                <p:cNvPicPr/>
                <p:nvPr/>
              </p:nvPicPr>
              <p:blipFill>
                <a:blip r:embed="rId30"/>
                <a:stretch>
                  <a:fillRect/>
                </a:stretch>
              </p:blipFill>
              <p:spPr>
                <a:xfrm>
                  <a:off x="11253463" y="4505006"/>
                  <a:ext cx="788040" cy="8128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8" name="Ink 17">
                  <a:extLst>
                    <a:ext uri="{FF2B5EF4-FFF2-40B4-BE49-F238E27FC236}">
                      <a16:creationId xmlns:a16="http://schemas.microsoft.com/office/drawing/2014/main" id="{F312DC70-3D3E-FD18-D6D3-BA1F0163E9EA}"/>
                    </a:ext>
                  </a:extLst>
                </p14:cNvPr>
                <p14:cNvContentPartPr/>
                <p14:nvPr/>
              </p14:nvContentPartPr>
              <p14:xfrm>
                <a:off x="10397383" y="5102246"/>
                <a:ext cx="1708560" cy="1009440"/>
              </p14:xfrm>
            </p:contentPart>
          </mc:Choice>
          <mc:Fallback xmlns="">
            <p:pic>
              <p:nvPicPr>
                <p:cNvPr id="18" name="Ink 17">
                  <a:extLst>
                    <a:ext uri="{FF2B5EF4-FFF2-40B4-BE49-F238E27FC236}">
                      <a16:creationId xmlns:a16="http://schemas.microsoft.com/office/drawing/2014/main" id="{F312DC70-3D3E-FD18-D6D3-BA1F0163E9EA}"/>
                    </a:ext>
                  </a:extLst>
                </p:cNvPr>
                <p:cNvPicPr/>
                <p:nvPr/>
              </p:nvPicPr>
              <p:blipFill>
                <a:blip r:embed="rId32"/>
                <a:stretch>
                  <a:fillRect/>
                </a:stretch>
              </p:blipFill>
              <p:spPr>
                <a:xfrm>
                  <a:off x="10361383" y="5066606"/>
                  <a:ext cx="1780200" cy="1081080"/>
                </a:xfrm>
                <a:prstGeom prst="rect">
                  <a:avLst/>
                </a:prstGeom>
              </p:spPr>
            </p:pic>
          </mc:Fallback>
        </mc:AlternateContent>
      </p:grpSp>
    </p:spTree>
    <p:extLst>
      <p:ext uri="{BB962C8B-B14F-4D97-AF65-F5344CB8AC3E}">
        <p14:creationId xmlns:p14="http://schemas.microsoft.com/office/powerpoint/2010/main" val="370596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18643" y="203818"/>
            <a:ext cx="11341268" cy="642840"/>
          </a:xfrm>
        </p:spPr>
        <p:txBody>
          <a:bodyPr>
            <a:normAutofit/>
          </a:bodyPr>
          <a:lstStyle/>
          <a:p>
            <a:r>
              <a:rPr lang="en-US" sz="3600" dirty="0">
                <a:latin typeface="Segoe UI Semibold (Headings)"/>
              </a:rPr>
              <a:t>Infrastructure as a Service (IaaS)</a:t>
            </a:r>
            <a:endParaRPr lang="en-US" sz="3600" dirty="0"/>
          </a:p>
        </p:txBody>
      </p:sp>
      <p:sp>
        <p:nvSpPr>
          <p:cNvPr id="6" name="Text Placeholder 5"/>
          <p:cNvSpPr>
            <a:spLocks noGrp="1"/>
          </p:cNvSpPr>
          <p:nvPr>
            <p:ph type="body" sz="quarter" idx="10"/>
          </p:nvPr>
        </p:nvSpPr>
        <p:spPr>
          <a:xfrm>
            <a:off x="418643" y="1421383"/>
            <a:ext cx="11573852" cy="1288565"/>
          </a:xfrm>
        </p:spPr>
        <p:txBody>
          <a:bodyPr>
            <a:noAutofit/>
          </a:bodyPr>
          <a:lstStyle/>
          <a:p>
            <a:r>
              <a:rPr lang="en-US" sz="2400" dirty="0">
                <a:latin typeface="+mn-lt"/>
                <a:cs typeface="Segoe UI Semilight" panose="020B0402040204020203" pitchFamily="34" charset="0"/>
              </a:rPr>
              <a:t>Build pay-as-you-go IT infrastructure by renting servers, virtual machines, storage, networks, and operating systems from a cloud provider.</a:t>
            </a:r>
          </a:p>
        </p:txBody>
      </p:sp>
      <p:pic>
        <p:nvPicPr>
          <p:cNvPr id="5" name="Picture 4" descr="IaaS is encompassing the following three icons: Servers and storage, Networking firewalls and security, and Datacenter physical plant and building.">
            <a:extLst>
              <a:ext uri="{FF2B5EF4-FFF2-40B4-BE49-F238E27FC236}">
                <a16:creationId xmlns:a16="http://schemas.microsoft.com/office/drawing/2014/main" id="{37CCC6CC-3378-418A-A85F-803240191429}"/>
              </a:ext>
            </a:extLst>
          </p:cNvPr>
          <p:cNvPicPr>
            <a:picLocks noChangeAspect="1"/>
          </p:cNvPicPr>
          <p:nvPr/>
        </p:nvPicPr>
        <p:blipFill>
          <a:blip r:embed="rId3"/>
          <a:stretch>
            <a:fillRect/>
          </a:stretch>
        </p:blipFill>
        <p:spPr>
          <a:xfrm>
            <a:off x="3257436" y="2196208"/>
            <a:ext cx="5402086" cy="3521091"/>
          </a:xfrm>
          <a:prstGeom prst="rect">
            <a:avLst/>
          </a:prstGeom>
        </p:spPr>
      </p:pic>
      <p:grpSp>
        <p:nvGrpSpPr>
          <p:cNvPr id="4" name="Group 3">
            <a:extLst>
              <a:ext uri="{FF2B5EF4-FFF2-40B4-BE49-F238E27FC236}">
                <a16:creationId xmlns:a16="http://schemas.microsoft.com/office/drawing/2014/main" id="{D201298A-6C7D-F64E-1ACF-0F68A59B3F7D}"/>
              </a:ext>
            </a:extLst>
          </p:cNvPr>
          <p:cNvGrpSpPr/>
          <p:nvPr/>
        </p:nvGrpSpPr>
        <p:grpSpPr>
          <a:xfrm>
            <a:off x="3431383" y="5420126"/>
            <a:ext cx="3067920" cy="119160"/>
            <a:chOff x="3431383" y="5420126"/>
            <a:chExt cx="3067920" cy="119160"/>
          </a:xfrm>
        </p:grpSpPr>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70E30F1E-6B42-1787-AADF-070C0B9601B0}"/>
                    </a:ext>
                  </a:extLst>
                </p14:cNvPr>
                <p14:cNvContentPartPr/>
                <p14:nvPr/>
              </p14:nvContentPartPr>
              <p14:xfrm>
                <a:off x="3431383" y="5420126"/>
                <a:ext cx="1038600" cy="119160"/>
              </p14:xfrm>
            </p:contentPart>
          </mc:Choice>
          <mc:Fallback xmlns="">
            <p:pic>
              <p:nvPicPr>
                <p:cNvPr id="2" name="Ink 1">
                  <a:extLst>
                    <a:ext uri="{FF2B5EF4-FFF2-40B4-BE49-F238E27FC236}">
                      <a16:creationId xmlns:a16="http://schemas.microsoft.com/office/drawing/2014/main" id="{70E30F1E-6B42-1787-AADF-070C0B9601B0}"/>
                    </a:ext>
                  </a:extLst>
                </p:cNvPr>
                <p:cNvPicPr/>
                <p:nvPr/>
              </p:nvPicPr>
              <p:blipFill>
                <a:blip r:embed="rId5"/>
                <a:stretch>
                  <a:fillRect/>
                </a:stretch>
              </p:blipFill>
              <p:spPr>
                <a:xfrm>
                  <a:off x="3395743" y="5384486"/>
                  <a:ext cx="111024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C02790E1-C18F-FCD2-AADB-88228A9C29C9}"/>
                    </a:ext>
                  </a:extLst>
                </p14:cNvPr>
                <p14:cNvContentPartPr/>
                <p14:nvPr/>
              </p14:nvContentPartPr>
              <p14:xfrm>
                <a:off x="5433703" y="5478446"/>
                <a:ext cx="1065600" cy="51120"/>
              </p14:xfrm>
            </p:contentPart>
          </mc:Choice>
          <mc:Fallback xmlns="">
            <p:pic>
              <p:nvPicPr>
                <p:cNvPr id="3" name="Ink 2">
                  <a:extLst>
                    <a:ext uri="{FF2B5EF4-FFF2-40B4-BE49-F238E27FC236}">
                      <a16:creationId xmlns:a16="http://schemas.microsoft.com/office/drawing/2014/main" id="{C02790E1-C18F-FCD2-AADB-88228A9C29C9}"/>
                    </a:ext>
                  </a:extLst>
                </p:cNvPr>
                <p:cNvPicPr/>
                <p:nvPr/>
              </p:nvPicPr>
              <p:blipFill>
                <a:blip r:embed="rId7"/>
                <a:stretch>
                  <a:fillRect/>
                </a:stretch>
              </p:blipFill>
              <p:spPr>
                <a:xfrm>
                  <a:off x="5397703" y="5442806"/>
                  <a:ext cx="1137240" cy="122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AC35D96C-1F8D-6287-D81A-B606D168B59A}"/>
                  </a:ext>
                </a:extLst>
              </p14:cNvPr>
              <p14:cNvContentPartPr/>
              <p14:nvPr/>
            </p14:nvContentPartPr>
            <p14:xfrm>
              <a:off x="7428823" y="5744846"/>
              <a:ext cx="1297080" cy="72720"/>
            </p14:xfrm>
          </p:contentPart>
        </mc:Choice>
        <mc:Fallback xmlns="">
          <p:pic>
            <p:nvPicPr>
              <p:cNvPr id="7" name="Ink 6">
                <a:extLst>
                  <a:ext uri="{FF2B5EF4-FFF2-40B4-BE49-F238E27FC236}">
                    <a16:creationId xmlns:a16="http://schemas.microsoft.com/office/drawing/2014/main" id="{AC35D96C-1F8D-6287-D81A-B606D168B59A}"/>
                  </a:ext>
                </a:extLst>
              </p:cNvPr>
              <p:cNvPicPr/>
              <p:nvPr/>
            </p:nvPicPr>
            <p:blipFill>
              <a:blip r:embed="rId9"/>
              <a:stretch>
                <a:fillRect/>
              </a:stretch>
            </p:blipFill>
            <p:spPr>
              <a:xfrm>
                <a:off x="7393183" y="5709206"/>
                <a:ext cx="1368720" cy="144360"/>
              </a:xfrm>
              <a:prstGeom prst="rect">
                <a:avLst/>
              </a:prstGeom>
            </p:spPr>
          </p:pic>
        </mc:Fallback>
      </mc:AlternateContent>
    </p:spTree>
    <p:extLst>
      <p:ext uri="{BB962C8B-B14F-4D97-AF65-F5344CB8AC3E}">
        <p14:creationId xmlns:p14="http://schemas.microsoft.com/office/powerpoint/2010/main" val="1320164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normAutofit/>
          </a:bodyPr>
          <a:lstStyle/>
          <a:p>
            <a:r>
              <a:rPr lang="en-US" sz="3600" dirty="0">
                <a:latin typeface="Segoe UI Semibold (Headings)"/>
              </a:rPr>
              <a:t>Platform as a Service (PaaS)</a:t>
            </a:r>
            <a:endParaRPr lang="en-US" sz="3600" dirty="0"/>
          </a:p>
        </p:txBody>
      </p:sp>
      <p:sp>
        <p:nvSpPr>
          <p:cNvPr id="6" name="Text Placeholder 5"/>
          <p:cNvSpPr>
            <a:spLocks noGrp="1"/>
          </p:cNvSpPr>
          <p:nvPr>
            <p:ph type="body" sz="quarter" idx="10"/>
          </p:nvPr>
        </p:nvSpPr>
        <p:spPr>
          <a:xfrm>
            <a:off x="418643" y="1214843"/>
            <a:ext cx="11341268" cy="1316273"/>
          </a:xfrm>
        </p:spPr>
        <p:txBody>
          <a:bodyPr>
            <a:normAutofit/>
          </a:bodyPr>
          <a:lstStyle/>
          <a:p>
            <a:r>
              <a:rPr lang="en-US" sz="2400" dirty="0">
                <a:latin typeface="+mn-lt"/>
                <a:cs typeface="Segoe UI Semilight" panose="020B0402040204020203" pitchFamily="34" charset="0"/>
              </a:rPr>
              <a:t>Provides environment for building, testing, and deploying software applications; without focusing on managing underlying infrastructure.</a:t>
            </a:r>
          </a:p>
        </p:txBody>
      </p:sp>
      <p:pic>
        <p:nvPicPr>
          <p:cNvPr id="3" name="Picture 2" descr="PaaS encompassing all of IaaS from the previous slide, and adding Operating Systems and Development tools.">
            <a:extLst>
              <a:ext uri="{FF2B5EF4-FFF2-40B4-BE49-F238E27FC236}">
                <a16:creationId xmlns:a16="http://schemas.microsoft.com/office/drawing/2014/main" id="{3A9A17F7-4726-449D-AD60-6FC6D01B9B6A}"/>
              </a:ext>
            </a:extLst>
          </p:cNvPr>
          <p:cNvPicPr>
            <a:picLocks noChangeAspect="1"/>
          </p:cNvPicPr>
          <p:nvPr/>
        </p:nvPicPr>
        <p:blipFill>
          <a:blip r:embed="rId3"/>
          <a:stretch>
            <a:fillRect/>
          </a:stretch>
        </p:blipFill>
        <p:spPr>
          <a:xfrm>
            <a:off x="1798976" y="2211456"/>
            <a:ext cx="7906999" cy="3252865"/>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B5013BF7-DE09-5272-D724-35E89E0AF9CE}"/>
                  </a:ext>
                </a:extLst>
              </p14:cNvPr>
              <p14:cNvContentPartPr/>
              <p14:nvPr/>
            </p14:nvContentPartPr>
            <p14:xfrm>
              <a:off x="6936343" y="5187206"/>
              <a:ext cx="733320" cy="74520"/>
            </p14:xfrm>
          </p:contentPart>
        </mc:Choice>
        <mc:Fallback xmlns="">
          <p:pic>
            <p:nvPicPr>
              <p:cNvPr id="2" name="Ink 1">
                <a:extLst>
                  <a:ext uri="{FF2B5EF4-FFF2-40B4-BE49-F238E27FC236}">
                    <a16:creationId xmlns:a16="http://schemas.microsoft.com/office/drawing/2014/main" id="{B5013BF7-DE09-5272-D724-35E89E0AF9CE}"/>
                  </a:ext>
                </a:extLst>
              </p:cNvPr>
              <p:cNvPicPr/>
              <p:nvPr/>
            </p:nvPicPr>
            <p:blipFill>
              <a:blip r:embed="rId5"/>
              <a:stretch>
                <a:fillRect/>
              </a:stretch>
            </p:blipFill>
            <p:spPr>
              <a:xfrm>
                <a:off x="6900703" y="5151206"/>
                <a:ext cx="80496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47959E4C-D40A-4849-7BFD-E5D0DBDE6C3B}"/>
                  </a:ext>
                </a:extLst>
              </p14:cNvPr>
              <p14:cNvContentPartPr/>
              <p14:nvPr/>
            </p14:nvContentPartPr>
            <p14:xfrm>
              <a:off x="8529343" y="5594006"/>
              <a:ext cx="1092240" cy="146880"/>
            </p14:xfrm>
          </p:contentPart>
        </mc:Choice>
        <mc:Fallback xmlns="">
          <p:pic>
            <p:nvPicPr>
              <p:cNvPr id="4" name="Ink 3">
                <a:extLst>
                  <a:ext uri="{FF2B5EF4-FFF2-40B4-BE49-F238E27FC236}">
                    <a16:creationId xmlns:a16="http://schemas.microsoft.com/office/drawing/2014/main" id="{47959E4C-D40A-4849-7BFD-E5D0DBDE6C3B}"/>
                  </a:ext>
                </a:extLst>
              </p:cNvPr>
              <p:cNvPicPr/>
              <p:nvPr/>
            </p:nvPicPr>
            <p:blipFill>
              <a:blip r:embed="rId7"/>
              <a:stretch>
                <a:fillRect/>
              </a:stretch>
            </p:blipFill>
            <p:spPr>
              <a:xfrm>
                <a:off x="8493343" y="5558006"/>
                <a:ext cx="1163880" cy="218520"/>
              </a:xfrm>
              <a:prstGeom prst="rect">
                <a:avLst/>
              </a:prstGeom>
            </p:spPr>
          </p:pic>
        </mc:Fallback>
      </mc:AlternateContent>
    </p:spTree>
    <p:extLst>
      <p:ext uri="{BB962C8B-B14F-4D97-AF65-F5344CB8AC3E}">
        <p14:creationId xmlns:p14="http://schemas.microsoft.com/office/powerpoint/2010/main" val="1271252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18643" y="279124"/>
            <a:ext cx="11341268" cy="680196"/>
          </a:xfrm>
        </p:spPr>
        <p:txBody>
          <a:bodyPr>
            <a:normAutofit fontScale="90000"/>
          </a:bodyPr>
          <a:lstStyle/>
          <a:p>
            <a:r>
              <a:rPr lang="en-US" dirty="0">
                <a:latin typeface="Segoe UI Semibold (Headings)"/>
              </a:rPr>
              <a:t>Software as a Service (SaaS)</a:t>
            </a:r>
            <a:endParaRPr lang="en-US" dirty="0"/>
          </a:p>
        </p:txBody>
      </p:sp>
      <p:pic>
        <p:nvPicPr>
          <p:cNvPr id="2050" name="Picture 2" descr="SaaS encompasses PaaS, which encompasses IaaS. The IaaS icons are Servers and Storage, Networking firewalls and security, and Datacenter physical plant and security. In addition to the IaaS icons, PaaS icons include an Operating systems icon, and a Development tools, database management, and business analytics icon. The SaaS icon includes all of the PaaS icon and a Hosted applications and apps icon.">
            <a:extLst>
              <a:ext uri="{FF2B5EF4-FFF2-40B4-BE49-F238E27FC236}">
                <a16:creationId xmlns:a16="http://schemas.microsoft.com/office/drawing/2014/main" id="{C1F44843-E050-47B2-BDDB-BE6FEDB4BF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3861" y="1924359"/>
            <a:ext cx="9404278" cy="368647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SaaS encompassing all of  the PaaS and IaaS capabilities from the previous slide, and adding the ability to use Hosted applications on any device.">
            <a:extLst>
              <a:ext uri="{FF2B5EF4-FFF2-40B4-BE49-F238E27FC236}">
                <a16:creationId xmlns:a16="http://schemas.microsoft.com/office/drawing/2014/main" id="{F014373F-A99B-4B26-B334-0CD50A7A02D2}"/>
              </a:ext>
            </a:extLst>
          </p:cNvPr>
          <p:cNvPicPr>
            <a:picLocks noChangeAspect="1"/>
          </p:cNvPicPr>
          <p:nvPr/>
        </p:nvPicPr>
        <p:blipFill>
          <a:blip r:embed="rId4"/>
          <a:stretch>
            <a:fillRect/>
          </a:stretch>
        </p:blipFill>
        <p:spPr>
          <a:xfrm>
            <a:off x="1164779" y="1687683"/>
            <a:ext cx="9848537" cy="3962868"/>
          </a:xfrm>
          <a:prstGeom prst="rect">
            <a:avLst/>
          </a:prstGeom>
        </p:spPr>
      </p:pic>
      <p:sp>
        <p:nvSpPr>
          <p:cNvPr id="6" name="Text Placeholder 5"/>
          <p:cNvSpPr>
            <a:spLocks noGrp="1"/>
          </p:cNvSpPr>
          <p:nvPr>
            <p:ph sz="quarter" idx="10"/>
          </p:nvPr>
        </p:nvSpPr>
        <p:spPr>
          <a:xfrm>
            <a:off x="418643" y="1027399"/>
            <a:ext cx="11340811" cy="876925"/>
          </a:xfrm>
        </p:spPr>
        <p:txBody>
          <a:bodyPr>
            <a:noAutofit/>
          </a:bodyPr>
          <a:lstStyle/>
          <a:p>
            <a:pPr marL="0" indent="0">
              <a:buNone/>
            </a:pPr>
            <a:r>
              <a:rPr lang="en-US" dirty="0">
                <a:latin typeface="+mn-lt"/>
                <a:cs typeface="Segoe UI Semilight" panose="020B0402040204020203" pitchFamily="34" charset="0"/>
              </a:rPr>
              <a:t>Users connect to and use cloud-based apps over the internet: for example, Microsoft Office 365, email, and calendars.</a:t>
            </a:r>
            <a:endParaRPr lang="en-US" dirty="0">
              <a:solidFill>
                <a:schemeClr val="bg1"/>
              </a:solidFill>
              <a:latin typeface="+mn-lt"/>
              <a:cs typeface="Segoe UI Semilight" panose="020B0402040204020203" pitchFamily="34" charset="0"/>
            </a:endParaRP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F92A6D11-40BF-B8A6-DA63-6DB6F941A737}"/>
                  </a:ext>
                </a:extLst>
              </p14:cNvPr>
              <p14:cNvContentPartPr/>
              <p14:nvPr/>
            </p14:nvContentPartPr>
            <p14:xfrm>
              <a:off x="9329623" y="5410046"/>
              <a:ext cx="1850040" cy="73800"/>
            </p14:xfrm>
          </p:contentPart>
        </mc:Choice>
        <mc:Fallback xmlns="">
          <p:pic>
            <p:nvPicPr>
              <p:cNvPr id="2" name="Ink 1">
                <a:extLst>
                  <a:ext uri="{FF2B5EF4-FFF2-40B4-BE49-F238E27FC236}">
                    <a16:creationId xmlns:a16="http://schemas.microsoft.com/office/drawing/2014/main" id="{F92A6D11-40BF-B8A6-DA63-6DB6F941A737}"/>
                  </a:ext>
                </a:extLst>
              </p:cNvPr>
              <p:cNvPicPr/>
              <p:nvPr/>
            </p:nvPicPr>
            <p:blipFill>
              <a:blip r:embed="rId6"/>
              <a:stretch>
                <a:fillRect/>
              </a:stretch>
            </p:blipFill>
            <p:spPr>
              <a:xfrm>
                <a:off x="9293623" y="5374406"/>
                <a:ext cx="1921680" cy="145440"/>
              </a:xfrm>
              <a:prstGeom prst="rect">
                <a:avLst/>
              </a:prstGeom>
            </p:spPr>
          </p:pic>
        </mc:Fallback>
      </mc:AlternateContent>
    </p:spTree>
    <p:extLst>
      <p:ext uri="{BB962C8B-B14F-4D97-AF65-F5344CB8AC3E}">
        <p14:creationId xmlns:p14="http://schemas.microsoft.com/office/powerpoint/2010/main" val="1792972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Cloud service comparison</a:t>
            </a:r>
          </a:p>
        </p:txBody>
      </p:sp>
      <p:grpSp>
        <p:nvGrpSpPr>
          <p:cNvPr id="51" name="Group 50">
            <a:extLst>
              <a:ext uri="{FF2B5EF4-FFF2-40B4-BE49-F238E27FC236}">
                <a16:creationId xmlns:a16="http://schemas.microsoft.com/office/drawing/2014/main" id="{8845793D-918B-44DB-B9C7-A24048571F3E}"/>
              </a:ext>
              <a:ext uri="{C183D7F6-B498-43B3-948B-1728B52AA6E4}">
                <adec:decorative xmlns:adec="http://schemas.microsoft.com/office/drawing/2017/decorative" val="1"/>
              </a:ext>
            </a:extLst>
          </p:cNvPr>
          <p:cNvGrpSpPr/>
          <p:nvPr/>
        </p:nvGrpSpPr>
        <p:grpSpPr>
          <a:xfrm>
            <a:off x="295684" y="1457323"/>
            <a:ext cx="3629278" cy="2690702"/>
            <a:chOff x="295684" y="1457323"/>
            <a:chExt cx="3629278" cy="2690702"/>
          </a:xfrm>
        </p:grpSpPr>
        <p:sp>
          <p:nvSpPr>
            <p:cNvPr id="47" name="Text Placeholder 14">
              <a:extLst>
                <a:ext uri="{FF2B5EF4-FFF2-40B4-BE49-F238E27FC236}">
                  <a16:creationId xmlns:a16="http://schemas.microsoft.com/office/drawing/2014/main" id="{C66AEADA-E041-496E-BCD0-86C1C563E2F3}"/>
                </a:ext>
              </a:extLst>
            </p:cNvPr>
            <p:cNvSpPr txBox="1">
              <a:spLocks/>
            </p:cNvSpPr>
            <p:nvPr/>
          </p:nvSpPr>
          <p:spPr>
            <a:xfrm>
              <a:off x="295684" y="3194188"/>
              <a:ext cx="3618381" cy="953837"/>
            </a:xfrm>
            <a:prstGeom prst="rect">
              <a:avLst/>
            </a:prstGeom>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r>
                <a:rPr lang="en-IE" sz="2400" dirty="0">
                  <a:latin typeface="+mn-lt"/>
                </a:rPr>
                <a:t>You configure and manage the hardware for your application.</a:t>
              </a:r>
              <a:endParaRPr lang="en-US" sz="2400" dirty="0">
                <a:latin typeface="+mn-lt"/>
              </a:endParaRPr>
            </a:p>
          </p:txBody>
        </p:sp>
        <p:sp>
          <p:nvSpPr>
            <p:cNvPr id="49" name="Text Placeholder 10">
              <a:extLst>
                <a:ext uri="{FF2B5EF4-FFF2-40B4-BE49-F238E27FC236}">
                  <a16:creationId xmlns:a16="http://schemas.microsoft.com/office/drawing/2014/main" id="{8957A083-EE7B-48E6-8B51-77B6092F5F0A}"/>
                </a:ext>
              </a:extLst>
            </p:cNvPr>
            <p:cNvSpPr txBox="1">
              <a:spLocks/>
            </p:cNvSpPr>
            <p:nvPr/>
          </p:nvSpPr>
          <p:spPr>
            <a:xfrm>
              <a:off x="295684" y="1457323"/>
              <a:ext cx="3629278" cy="680197"/>
            </a:xfrm>
            <a:prstGeom prst="rect">
              <a:avLst/>
            </a:prstGeom>
            <a:solidFill>
              <a:srgbClr val="243A5E"/>
            </a:solidFill>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algn="ctr"/>
              <a:r>
                <a:rPr lang="en-US" sz="3200" dirty="0">
                  <a:solidFill>
                    <a:schemeClr val="bg1"/>
                  </a:solidFill>
                </a:rPr>
                <a:t>IaaS</a:t>
              </a:r>
            </a:p>
          </p:txBody>
        </p:sp>
        <p:sp>
          <p:nvSpPr>
            <p:cNvPr id="50" name="Text Placeholder 1">
              <a:extLst>
                <a:ext uri="{FF2B5EF4-FFF2-40B4-BE49-F238E27FC236}">
                  <a16:creationId xmlns:a16="http://schemas.microsoft.com/office/drawing/2014/main" id="{47761BD0-BC47-4149-93D4-75BA13A70AA6}"/>
                </a:ext>
              </a:extLst>
            </p:cNvPr>
            <p:cNvSpPr txBox="1">
              <a:spLocks/>
            </p:cNvSpPr>
            <p:nvPr/>
          </p:nvSpPr>
          <p:spPr>
            <a:xfrm>
              <a:off x="295684" y="2285654"/>
              <a:ext cx="3618381" cy="772743"/>
            </a:xfrm>
            <a:prstGeom prst="rect">
              <a:avLst/>
            </a:prstGeom>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r>
                <a:rPr lang="en-IE" sz="2400" dirty="0">
                  <a:latin typeface="+mn-lt"/>
                </a:rPr>
                <a:t>The most flexible cloud service.</a:t>
              </a:r>
              <a:endParaRPr lang="en-US" sz="2400" dirty="0">
                <a:latin typeface="+mn-lt"/>
              </a:endParaRPr>
            </a:p>
          </p:txBody>
        </p:sp>
      </p:grpSp>
      <p:grpSp>
        <p:nvGrpSpPr>
          <p:cNvPr id="52" name="Group 51">
            <a:extLst>
              <a:ext uri="{FF2B5EF4-FFF2-40B4-BE49-F238E27FC236}">
                <a16:creationId xmlns:a16="http://schemas.microsoft.com/office/drawing/2014/main" id="{A2B8088D-ED0F-4044-8D00-71071CB1AFC3}"/>
              </a:ext>
              <a:ext uri="{C183D7F6-B498-43B3-948B-1728B52AA6E4}">
                <adec:decorative xmlns:adec="http://schemas.microsoft.com/office/drawing/2017/decorative" val="1"/>
              </a:ext>
            </a:extLst>
          </p:cNvPr>
          <p:cNvGrpSpPr/>
          <p:nvPr/>
        </p:nvGrpSpPr>
        <p:grpSpPr>
          <a:xfrm>
            <a:off x="4159182" y="1457323"/>
            <a:ext cx="3629278" cy="2600154"/>
            <a:chOff x="4249061" y="1457323"/>
            <a:chExt cx="3629278" cy="2600154"/>
          </a:xfrm>
        </p:grpSpPr>
        <p:sp>
          <p:nvSpPr>
            <p:cNvPr id="43" name="Text Placeholder 11">
              <a:extLst>
                <a:ext uri="{FF2B5EF4-FFF2-40B4-BE49-F238E27FC236}">
                  <a16:creationId xmlns:a16="http://schemas.microsoft.com/office/drawing/2014/main" id="{689B627A-0441-4103-912B-FB29C5CA96D4}"/>
                </a:ext>
              </a:extLst>
            </p:cNvPr>
            <p:cNvSpPr txBox="1">
              <a:spLocks/>
            </p:cNvSpPr>
            <p:nvPr/>
          </p:nvSpPr>
          <p:spPr>
            <a:xfrm>
              <a:off x="4249061" y="1457323"/>
              <a:ext cx="3629278" cy="680197"/>
            </a:xfrm>
            <a:prstGeom prst="rect">
              <a:avLst/>
            </a:prstGeom>
            <a:solidFill>
              <a:srgbClr val="243A5E"/>
            </a:solidFill>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algn="ctr"/>
              <a:r>
                <a:rPr lang="en-US" sz="3200" dirty="0">
                  <a:solidFill>
                    <a:schemeClr val="bg1"/>
                  </a:solidFill>
                </a:rPr>
                <a:t>PaaS</a:t>
              </a:r>
            </a:p>
          </p:txBody>
        </p:sp>
        <p:sp>
          <p:nvSpPr>
            <p:cNvPr id="45" name="Text Placeholder 5">
              <a:extLst>
                <a:ext uri="{FF2B5EF4-FFF2-40B4-BE49-F238E27FC236}">
                  <a16:creationId xmlns:a16="http://schemas.microsoft.com/office/drawing/2014/main" id="{42E6EC0F-52E0-4D89-BF38-F3851F481133}"/>
                </a:ext>
              </a:extLst>
            </p:cNvPr>
            <p:cNvSpPr txBox="1">
              <a:spLocks/>
            </p:cNvSpPr>
            <p:nvPr/>
          </p:nvSpPr>
          <p:spPr>
            <a:xfrm>
              <a:off x="4249061" y="2285653"/>
              <a:ext cx="3607487" cy="772743"/>
            </a:xfrm>
            <a:prstGeom prst="rect">
              <a:avLst/>
            </a:prstGeom>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r>
                <a:rPr lang="en-IE" sz="2400">
                  <a:latin typeface="+mn-lt"/>
                </a:rPr>
                <a:t>Focus on application development.</a:t>
              </a:r>
              <a:endParaRPr lang="en-US" sz="2400" dirty="0">
                <a:latin typeface="+mn-lt"/>
              </a:endParaRPr>
            </a:p>
          </p:txBody>
        </p:sp>
        <p:sp>
          <p:nvSpPr>
            <p:cNvPr id="46" name="Text Placeholder 15">
              <a:extLst>
                <a:ext uri="{FF2B5EF4-FFF2-40B4-BE49-F238E27FC236}">
                  <a16:creationId xmlns:a16="http://schemas.microsoft.com/office/drawing/2014/main" id="{F85FEC0E-C3FA-4DAF-9421-A874D138851C}"/>
                </a:ext>
              </a:extLst>
            </p:cNvPr>
            <p:cNvSpPr txBox="1">
              <a:spLocks/>
            </p:cNvSpPr>
            <p:nvPr/>
          </p:nvSpPr>
          <p:spPr>
            <a:xfrm>
              <a:off x="4249061" y="3284734"/>
              <a:ext cx="3607487" cy="772743"/>
            </a:xfrm>
            <a:prstGeom prst="rect">
              <a:avLst/>
            </a:prstGeom>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r>
                <a:rPr lang="en-IE" sz="2400">
                  <a:latin typeface="+mn-lt"/>
                </a:rPr>
                <a:t>Platform management is handled by the cloud provider.</a:t>
              </a:r>
              <a:endParaRPr lang="en-US" sz="2400" dirty="0">
                <a:latin typeface="+mn-lt"/>
              </a:endParaRPr>
            </a:p>
          </p:txBody>
        </p:sp>
      </p:grpSp>
      <p:grpSp>
        <p:nvGrpSpPr>
          <p:cNvPr id="53" name="Group 52">
            <a:extLst>
              <a:ext uri="{FF2B5EF4-FFF2-40B4-BE49-F238E27FC236}">
                <a16:creationId xmlns:a16="http://schemas.microsoft.com/office/drawing/2014/main" id="{BD890FE1-7D7B-44AC-9CF2-CC22F3FA9C7D}"/>
              </a:ext>
              <a:ext uri="{C183D7F6-B498-43B3-948B-1728B52AA6E4}">
                <adec:decorative xmlns:adec="http://schemas.microsoft.com/office/drawing/2017/decorative" val="1"/>
              </a:ext>
            </a:extLst>
          </p:cNvPr>
          <p:cNvGrpSpPr/>
          <p:nvPr/>
        </p:nvGrpSpPr>
        <p:grpSpPr>
          <a:xfrm>
            <a:off x="8022680" y="1457323"/>
            <a:ext cx="3629278" cy="2635874"/>
            <a:chOff x="8022680" y="1457323"/>
            <a:chExt cx="3629278" cy="2635874"/>
          </a:xfrm>
        </p:grpSpPr>
        <p:sp>
          <p:nvSpPr>
            <p:cNvPr id="42" name="Text Placeholder 13">
              <a:extLst>
                <a:ext uri="{FF2B5EF4-FFF2-40B4-BE49-F238E27FC236}">
                  <a16:creationId xmlns:a16="http://schemas.microsoft.com/office/drawing/2014/main" id="{7C557D7A-78E8-4174-A562-11B71A143F15}"/>
                </a:ext>
              </a:extLst>
            </p:cNvPr>
            <p:cNvSpPr txBox="1">
              <a:spLocks/>
            </p:cNvSpPr>
            <p:nvPr/>
          </p:nvSpPr>
          <p:spPr>
            <a:xfrm>
              <a:off x="8022680" y="2285653"/>
              <a:ext cx="3607487" cy="772743"/>
            </a:xfrm>
            <a:prstGeom prst="rect">
              <a:avLst/>
            </a:prstGeom>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r>
                <a:rPr lang="en-IE" sz="2400" dirty="0">
                  <a:latin typeface="+mn-lt"/>
                </a:rPr>
                <a:t>Pay-as-you-go pricing model.</a:t>
              </a:r>
              <a:endParaRPr lang="en-US" sz="2400" dirty="0">
                <a:latin typeface="+mn-lt"/>
              </a:endParaRPr>
            </a:p>
          </p:txBody>
        </p:sp>
        <p:sp>
          <p:nvSpPr>
            <p:cNvPr id="44" name="Text Placeholder 12">
              <a:extLst>
                <a:ext uri="{FF2B5EF4-FFF2-40B4-BE49-F238E27FC236}">
                  <a16:creationId xmlns:a16="http://schemas.microsoft.com/office/drawing/2014/main" id="{7C8557EF-5481-4F1C-A1B4-87230D6C6780}"/>
                </a:ext>
              </a:extLst>
            </p:cNvPr>
            <p:cNvSpPr txBox="1">
              <a:spLocks/>
            </p:cNvSpPr>
            <p:nvPr/>
          </p:nvSpPr>
          <p:spPr>
            <a:xfrm>
              <a:off x="8022680" y="1457323"/>
              <a:ext cx="3629278" cy="680197"/>
            </a:xfrm>
            <a:prstGeom prst="rect">
              <a:avLst/>
            </a:prstGeom>
            <a:solidFill>
              <a:srgbClr val="243A5E"/>
            </a:solidFill>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algn="ctr"/>
              <a:r>
                <a:rPr lang="en-US" sz="3200" dirty="0">
                  <a:solidFill>
                    <a:schemeClr val="bg1"/>
                  </a:solidFill>
                </a:rPr>
                <a:t>SaaS</a:t>
              </a:r>
            </a:p>
          </p:txBody>
        </p:sp>
        <p:sp>
          <p:nvSpPr>
            <p:cNvPr id="48" name="Text Placeholder 17">
              <a:extLst>
                <a:ext uri="{FF2B5EF4-FFF2-40B4-BE49-F238E27FC236}">
                  <a16:creationId xmlns:a16="http://schemas.microsoft.com/office/drawing/2014/main" id="{F82AFDF1-E1AB-4A33-B642-84AD2681FF16}"/>
                </a:ext>
              </a:extLst>
            </p:cNvPr>
            <p:cNvSpPr txBox="1">
              <a:spLocks/>
            </p:cNvSpPr>
            <p:nvPr/>
          </p:nvSpPr>
          <p:spPr>
            <a:xfrm>
              <a:off x="8022680" y="3320454"/>
              <a:ext cx="3607487" cy="772743"/>
            </a:xfrm>
            <a:prstGeom prst="rect">
              <a:avLst/>
            </a:prstGeom>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r>
                <a:rPr lang="en-IE" sz="2400">
                  <a:latin typeface="+mn-lt"/>
                </a:rPr>
                <a:t>Users pay for the software they use on a subscription model.</a:t>
              </a:r>
              <a:endParaRPr lang="en-US" sz="2400" dirty="0">
                <a:latin typeface="+mn-lt"/>
              </a:endParaRPr>
            </a:p>
          </p:txBody>
        </p:sp>
      </p:grpSp>
    </p:spTree>
    <p:extLst>
      <p:ext uri="{BB962C8B-B14F-4D97-AF65-F5344CB8AC3E}">
        <p14:creationId xmlns:p14="http://schemas.microsoft.com/office/powerpoint/2010/main" val="2868144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25366" y="268380"/>
            <a:ext cx="11341268" cy="680196"/>
          </a:xfrm>
        </p:spPr>
        <p:txBody>
          <a:bodyPr>
            <a:normAutofit fontScale="90000"/>
          </a:bodyPr>
          <a:lstStyle/>
          <a:p>
            <a:r>
              <a:rPr lang="en-US" dirty="0"/>
              <a:t>Shared responsibility model</a:t>
            </a:r>
          </a:p>
        </p:txBody>
      </p:sp>
      <p:grpSp>
        <p:nvGrpSpPr>
          <p:cNvPr id="2" name="Group 1" descr="On-premises, IaaS, PaaS, and SaaS are shown from customer managed to cloud provider managed. ">
            <a:extLst>
              <a:ext uri="{FF2B5EF4-FFF2-40B4-BE49-F238E27FC236}">
                <a16:creationId xmlns:a16="http://schemas.microsoft.com/office/drawing/2014/main" id="{5266B92E-7DB0-4B65-8A91-73858C2878A2}"/>
              </a:ext>
            </a:extLst>
          </p:cNvPr>
          <p:cNvGrpSpPr/>
          <p:nvPr/>
        </p:nvGrpSpPr>
        <p:grpSpPr>
          <a:xfrm>
            <a:off x="880153" y="954010"/>
            <a:ext cx="10431694" cy="4560250"/>
            <a:chOff x="1029060" y="1244462"/>
            <a:chExt cx="10978618" cy="4902338"/>
          </a:xfrm>
        </p:grpSpPr>
        <p:sp>
          <p:nvSpPr>
            <p:cNvPr id="49" name="Rectangle 48">
              <a:extLst>
                <a:ext uri="{FF2B5EF4-FFF2-40B4-BE49-F238E27FC236}">
                  <a16:creationId xmlns:a16="http://schemas.microsoft.com/office/drawing/2014/main" id="{CD51338E-8FFB-46D8-B933-90F1F12AE8EC}"/>
                </a:ext>
              </a:extLst>
            </p:cNvPr>
            <p:cNvSpPr/>
            <p:nvPr/>
          </p:nvSpPr>
          <p:spPr>
            <a:xfrm>
              <a:off x="1248036" y="1494810"/>
              <a:ext cx="1866772" cy="640080"/>
            </a:xfrm>
            <a:prstGeom prst="rect">
              <a:avLst/>
            </a:prstGeom>
            <a:noFill/>
            <a:ln w="9525" cap="flat" cmpd="sng" algn="ctr">
              <a:noFill/>
              <a:prstDash val="solid"/>
            </a:ln>
            <a:effectLst/>
          </p:spPr>
          <p:txBody>
            <a:bodyPr lIns="0" tIns="0" rIns="0" bIns="0"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lvl="1" algn="ctr" defTabSz="1218836" fontAlgn="base">
                <a:spcAft>
                  <a:spcPct val="0"/>
                </a:spcAft>
                <a:defRPr/>
              </a:pPr>
              <a:r>
                <a:rPr lang="en-US" sz="2000" b="1" dirty="0">
                  <a:solidFill>
                    <a:schemeClr val="tx1">
                      <a:alpha val="99000"/>
                    </a:schemeClr>
                  </a:solidFill>
                  <a:ea typeface="Kozuka Gothic Pro R" pitchFamily="34" charset="-128"/>
                </a:rPr>
                <a:t>On-Premises</a:t>
              </a:r>
            </a:p>
            <a:p>
              <a:pPr marL="0" lvl="1" algn="ctr" defTabSz="1218836" fontAlgn="base">
                <a:spcAft>
                  <a:spcPct val="0"/>
                </a:spcAft>
                <a:defRPr/>
              </a:pPr>
              <a:r>
                <a:rPr lang="en-US" sz="1600" b="1" dirty="0">
                  <a:solidFill>
                    <a:schemeClr val="tx1">
                      <a:alpha val="99000"/>
                    </a:schemeClr>
                  </a:solidFill>
                  <a:ea typeface="Kozuka Gothic Pro R" pitchFamily="34" charset="-128"/>
                </a:rPr>
                <a:t>( Private Cloud )</a:t>
              </a:r>
            </a:p>
          </p:txBody>
        </p:sp>
        <p:sp>
          <p:nvSpPr>
            <p:cNvPr id="50" name="Rectangle 49">
              <a:extLst>
                <a:ext uri="{FF2B5EF4-FFF2-40B4-BE49-F238E27FC236}">
                  <a16:creationId xmlns:a16="http://schemas.microsoft.com/office/drawing/2014/main" id="{40CBD8E4-CCD7-48B3-9526-5B5123F9CD5C}"/>
                </a:ext>
              </a:extLst>
            </p:cNvPr>
            <p:cNvSpPr/>
            <p:nvPr/>
          </p:nvSpPr>
          <p:spPr>
            <a:xfrm>
              <a:off x="1337759" y="5048331"/>
              <a:ext cx="1638241" cy="381000"/>
            </a:xfrm>
            <a:prstGeom prst="rect">
              <a:avLst/>
            </a:prstGeom>
            <a:solidFill>
              <a:srgbClr val="008575"/>
            </a:solidFill>
            <a:ln w="9525" cap="flat" cmpd="sng" algn="ctr">
              <a:solidFill>
                <a:srgbClr val="FFC000">
                  <a:shade val="95000"/>
                  <a:satMod val="105000"/>
                </a:srgbClr>
              </a:solidFill>
              <a:prstDash val="solid"/>
            </a:ln>
            <a:effectLst/>
          </p:spPr>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218936"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FFFFFF">
                      <a:alpha val="99000"/>
                    </a:srgbClr>
                  </a:solidFill>
                  <a:effectLst/>
                  <a:uLnTx/>
                  <a:uFillTx/>
                  <a:ea typeface="Segoe UI" pitchFamily="34" charset="0"/>
                  <a:cs typeface="Segoe UI" pitchFamily="34" charset="0"/>
                </a:rPr>
                <a:t>Networking</a:t>
              </a:r>
            </a:p>
          </p:txBody>
        </p:sp>
        <p:sp>
          <p:nvSpPr>
            <p:cNvPr id="51" name="Rectangle 50">
              <a:extLst>
                <a:ext uri="{FF2B5EF4-FFF2-40B4-BE49-F238E27FC236}">
                  <a16:creationId xmlns:a16="http://schemas.microsoft.com/office/drawing/2014/main" id="{C1054B8F-E779-4E91-9090-31A25752021A}"/>
                </a:ext>
              </a:extLst>
            </p:cNvPr>
            <p:cNvSpPr/>
            <p:nvPr/>
          </p:nvSpPr>
          <p:spPr>
            <a:xfrm>
              <a:off x="1337759" y="4593512"/>
              <a:ext cx="1638241" cy="381000"/>
            </a:xfrm>
            <a:prstGeom prst="rect">
              <a:avLst/>
            </a:prstGeom>
            <a:solidFill>
              <a:srgbClr val="008575"/>
            </a:solidFill>
            <a:ln w="9525" cap="flat" cmpd="sng" algn="ctr">
              <a:solidFill>
                <a:srgbClr val="FFC000">
                  <a:shade val="95000"/>
                  <a:satMod val="105000"/>
                </a:srgbClr>
              </a:solidFill>
              <a:prstDash val="solid"/>
            </a:ln>
            <a:effectLst/>
          </p:spPr>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218936"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FFFFFF">
                      <a:alpha val="99000"/>
                    </a:srgbClr>
                  </a:solidFill>
                  <a:effectLst/>
                  <a:uLnTx/>
                  <a:uFillTx/>
                  <a:ea typeface="Segoe UI" pitchFamily="34" charset="0"/>
                  <a:cs typeface="Segoe UI" pitchFamily="34" charset="0"/>
                </a:rPr>
                <a:t>Compute</a:t>
              </a:r>
            </a:p>
          </p:txBody>
        </p:sp>
        <p:sp>
          <p:nvSpPr>
            <p:cNvPr id="52" name="Rectangle 51">
              <a:extLst>
                <a:ext uri="{FF2B5EF4-FFF2-40B4-BE49-F238E27FC236}">
                  <a16:creationId xmlns:a16="http://schemas.microsoft.com/office/drawing/2014/main" id="{BA941446-11D6-43C7-8E95-2C69C7DE7FC1}"/>
                </a:ext>
              </a:extLst>
            </p:cNvPr>
            <p:cNvSpPr/>
            <p:nvPr/>
          </p:nvSpPr>
          <p:spPr>
            <a:xfrm>
              <a:off x="1337759" y="5503148"/>
              <a:ext cx="1638241" cy="381000"/>
            </a:xfrm>
            <a:prstGeom prst="rect">
              <a:avLst/>
            </a:prstGeom>
            <a:solidFill>
              <a:srgbClr val="008575"/>
            </a:solidFill>
            <a:ln w="9525" cap="flat" cmpd="sng" algn="ctr">
              <a:solidFill>
                <a:srgbClr val="FFC000">
                  <a:shade val="95000"/>
                  <a:satMod val="105000"/>
                </a:srgbClr>
              </a:solidFill>
              <a:prstDash val="solid"/>
            </a:ln>
            <a:effectLst/>
          </p:spPr>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218936"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FFFFFF">
                      <a:alpha val="99000"/>
                    </a:srgbClr>
                  </a:solidFill>
                  <a:effectLst/>
                  <a:uLnTx/>
                  <a:uFillTx/>
                  <a:ea typeface="Segoe UI" pitchFamily="34" charset="0"/>
                  <a:cs typeface="Segoe UI" pitchFamily="34" charset="0"/>
                </a:rPr>
                <a:t>Storage</a:t>
              </a:r>
            </a:p>
          </p:txBody>
        </p:sp>
        <p:sp>
          <p:nvSpPr>
            <p:cNvPr id="53" name="Rectangle 52">
              <a:extLst>
                <a:ext uri="{FF2B5EF4-FFF2-40B4-BE49-F238E27FC236}">
                  <a16:creationId xmlns:a16="http://schemas.microsoft.com/office/drawing/2014/main" id="{F456FE96-5E5D-458D-8A64-A5781B94828C}"/>
                </a:ext>
              </a:extLst>
            </p:cNvPr>
            <p:cNvSpPr/>
            <p:nvPr/>
          </p:nvSpPr>
          <p:spPr>
            <a:xfrm>
              <a:off x="1337759" y="4127625"/>
              <a:ext cx="1638241" cy="381000"/>
            </a:xfrm>
            <a:prstGeom prst="rect">
              <a:avLst/>
            </a:prstGeom>
            <a:solidFill>
              <a:srgbClr val="008575"/>
            </a:solidFill>
            <a:ln w="9525" cap="flat" cmpd="sng" algn="ctr">
              <a:solidFill>
                <a:srgbClr val="FFC000">
                  <a:shade val="95000"/>
                  <a:satMod val="105000"/>
                </a:srgbClr>
              </a:solidFill>
              <a:prstDash val="solid"/>
            </a:ln>
            <a:effectLst/>
          </p:spPr>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218936"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FFFFFF">
                      <a:alpha val="99000"/>
                    </a:srgbClr>
                  </a:solidFill>
                  <a:effectLst/>
                  <a:uLnTx/>
                  <a:uFillTx/>
                  <a:ea typeface="Segoe UI" pitchFamily="34" charset="0"/>
                  <a:cs typeface="Segoe UI" pitchFamily="34" charset="0"/>
                </a:rPr>
                <a:t>Virtual Machine</a:t>
              </a:r>
            </a:p>
          </p:txBody>
        </p:sp>
        <p:sp>
          <p:nvSpPr>
            <p:cNvPr id="54" name="Rectangle 53">
              <a:extLst>
                <a:ext uri="{FF2B5EF4-FFF2-40B4-BE49-F238E27FC236}">
                  <a16:creationId xmlns:a16="http://schemas.microsoft.com/office/drawing/2014/main" id="{267FB1E9-761A-4C4F-9E44-8E63014C9FCE}"/>
                </a:ext>
              </a:extLst>
            </p:cNvPr>
            <p:cNvSpPr/>
            <p:nvPr/>
          </p:nvSpPr>
          <p:spPr>
            <a:xfrm>
              <a:off x="1337759" y="3672806"/>
              <a:ext cx="1638241" cy="381000"/>
            </a:xfrm>
            <a:prstGeom prst="rect">
              <a:avLst/>
            </a:prstGeom>
            <a:solidFill>
              <a:srgbClr val="008575"/>
            </a:solidFill>
            <a:ln w="9525" cap="flat" cmpd="sng" algn="ctr">
              <a:solidFill>
                <a:srgbClr val="FFC000">
                  <a:shade val="95000"/>
                  <a:satMod val="105000"/>
                </a:srgbClr>
              </a:solidFill>
              <a:prstDash val="solid"/>
            </a:ln>
            <a:effectLst/>
          </p:spPr>
          <p:txBody>
            <a:bodyPr lIns="0" rIns="0"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218936"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FFFFFF">
                      <a:alpha val="99000"/>
                    </a:srgbClr>
                  </a:solidFill>
                  <a:effectLst/>
                  <a:uLnTx/>
                  <a:uFillTx/>
                  <a:ea typeface="Segoe UI" pitchFamily="34" charset="0"/>
                  <a:cs typeface="Segoe UI" pitchFamily="34" charset="0"/>
                </a:rPr>
                <a:t>Operating System</a:t>
              </a:r>
            </a:p>
          </p:txBody>
        </p:sp>
        <p:sp>
          <p:nvSpPr>
            <p:cNvPr id="55" name="Rectangle 54">
              <a:extLst>
                <a:ext uri="{FF2B5EF4-FFF2-40B4-BE49-F238E27FC236}">
                  <a16:creationId xmlns:a16="http://schemas.microsoft.com/office/drawing/2014/main" id="{FDD0F0A9-0E86-4364-8CAF-9B3AFE145B22}"/>
                </a:ext>
              </a:extLst>
            </p:cNvPr>
            <p:cNvSpPr/>
            <p:nvPr/>
          </p:nvSpPr>
          <p:spPr>
            <a:xfrm>
              <a:off x="1337759" y="2763168"/>
              <a:ext cx="1638241" cy="381000"/>
            </a:xfrm>
            <a:prstGeom prst="rect">
              <a:avLst/>
            </a:prstGeom>
            <a:solidFill>
              <a:srgbClr val="008575"/>
            </a:solidFill>
            <a:ln w="9525" cap="flat" cmpd="sng" algn="ctr">
              <a:solidFill>
                <a:srgbClr val="FFC000">
                  <a:shade val="95000"/>
                  <a:satMod val="105000"/>
                </a:srgbClr>
              </a:solidFill>
              <a:prstDash val="solid"/>
            </a:ln>
            <a:effectLst/>
          </p:spPr>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218936"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FFFFFF">
                      <a:alpha val="99000"/>
                    </a:srgbClr>
                  </a:solidFill>
                  <a:effectLst/>
                  <a:uLnTx/>
                  <a:uFillTx/>
                  <a:ea typeface="Segoe UI" pitchFamily="34" charset="0"/>
                  <a:cs typeface="Segoe UI" pitchFamily="34" charset="0"/>
                </a:rPr>
                <a:t>Applications</a:t>
              </a:r>
            </a:p>
          </p:txBody>
        </p:sp>
        <p:sp>
          <p:nvSpPr>
            <p:cNvPr id="56" name="Rectangle 55">
              <a:extLst>
                <a:ext uri="{FF2B5EF4-FFF2-40B4-BE49-F238E27FC236}">
                  <a16:creationId xmlns:a16="http://schemas.microsoft.com/office/drawing/2014/main" id="{28F74A79-B34E-4CE4-B22D-8BC06E867E38}"/>
                </a:ext>
              </a:extLst>
            </p:cNvPr>
            <p:cNvSpPr/>
            <p:nvPr/>
          </p:nvSpPr>
          <p:spPr>
            <a:xfrm>
              <a:off x="1337759" y="2308349"/>
              <a:ext cx="1638241" cy="381000"/>
            </a:xfrm>
            <a:prstGeom prst="rect">
              <a:avLst/>
            </a:prstGeom>
            <a:solidFill>
              <a:srgbClr val="008575"/>
            </a:solidFill>
            <a:ln w="9525" cap="flat" cmpd="sng" algn="ctr">
              <a:solidFill>
                <a:srgbClr val="FFC000">
                  <a:shade val="95000"/>
                  <a:satMod val="105000"/>
                </a:srgbClr>
              </a:solidFill>
              <a:prstDash val="solid"/>
            </a:ln>
            <a:effectLst/>
          </p:spPr>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218936"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FFFFFF">
                      <a:alpha val="99000"/>
                    </a:srgbClr>
                  </a:solidFill>
                  <a:effectLst/>
                  <a:uLnTx/>
                  <a:uFillTx/>
                  <a:ea typeface="Segoe UI" pitchFamily="34" charset="0"/>
                  <a:cs typeface="Segoe UI" pitchFamily="34" charset="0"/>
                </a:rPr>
                <a:t>Data &amp; Access</a:t>
              </a:r>
            </a:p>
          </p:txBody>
        </p:sp>
        <p:sp>
          <p:nvSpPr>
            <p:cNvPr id="57" name="Rectangle 56">
              <a:extLst>
                <a:ext uri="{FF2B5EF4-FFF2-40B4-BE49-F238E27FC236}">
                  <a16:creationId xmlns:a16="http://schemas.microsoft.com/office/drawing/2014/main" id="{578C1057-EC09-47A0-88C5-3319ED814A1D}"/>
                </a:ext>
              </a:extLst>
            </p:cNvPr>
            <p:cNvSpPr/>
            <p:nvPr/>
          </p:nvSpPr>
          <p:spPr>
            <a:xfrm>
              <a:off x="1337759" y="3217987"/>
              <a:ext cx="1638241" cy="381000"/>
            </a:xfrm>
            <a:prstGeom prst="rect">
              <a:avLst/>
            </a:prstGeom>
            <a:solidFill>
              <a:srgbClr val="008575"/>
            </a:solidFill>
            <a:ln w="9525" cap="flat" cmpd="sng" algn="ctr">
              <a:solidFill>
                <a:srgbClr val="FFC000">
                  <a:shade val="95000"/>
                  <a:satMod val="105000"/>
                </a:srgbClr>
              </a:solidFill>
              <a:prstDash val="solid"/>
            </a:ln>
            <a:effectLst/>
          </p:spPr>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218936"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FFFFFF">
                      <a:alpha val="99000"/>
                    </a:srgbClr>
                  </a:solidFill>
                  <a:effectLst/>
                  <a:uLnTx/>
                  <a:uFillTx/>
                  <a:ea typeface="Segoe UI" pitchFamily="34" charset="0"/>
                  <a:cs typeface="Segoe UI" pitchFamily="34" charset="0"/>
                </a:rPr>
                <a:t>Runtime</a:t>
              </a:r>
            </a:p>
          </p:txBody>
        </p:sp>
        <p:sp>
          <p:nvSpPr>
            <p:cNvPr id="58" name="Rectangle 57">
              <a:extLst>
                <a:ext uri="{FF2B5EF4-FFF2-40B4-BE49-F238E27FC236}">
                  <a16:creationId xmlns:a16="http://schemas.microsoft.com/office/drawing/2014/main" id="{D85397EC-BDE3-4969-A966-69B74967EA28}"/>
                </a:ext>
              </a:extLst>
            </p:cNvPr>
            <p:cNvSpPr/>
            <p:nvPr/>
          </p:nvSpPr>
          <p:spPr>
            <a:xfrm>
              <a:off x="3406919" y="1494810"/>
              <a:ext cx="2108505" cy="640080"/>
            </a:xfrm>
            <a:prstGeom prst="rect">
              <a:avLst/>
            </a:prstGeom>
          </p:spPr>
          <p:txBody>
            <a:bodyPr tIns="0" bIns="0"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lvl="1" algn="ctr" defTabSz="1218836" fontAlgn="base">
                <a:spcAft>
                  <a:spcPct val="0"/>
                </a:spcAft>
                <a:defRPr/>
              </a:pPr>
              <a:r>
                <a:rPr lang="en-US" sz="2000" b="1" dirty="0">
                  <a:solidFill>
                    <a:schemeClr val="tx1">
                      <a:alpha val="99000"/>
                    </a:schemeClr>
                  </a:solidFill>
                  <a:highlight>
                    <a:srgbClr val="FFFFFF"/>
                  </a:highlight>
                  <a:ea typeface="Kozuka Gothic Pro R" pitchFamily="34" charset="-128"/>
                </a:rPr>
                <a:t>Infrastructure</a:t>
              </a:r>
            </a:p>
            <a:p>
              <a:pPr algn="ctr" defTabSz="1218936">
                <a:defRPr/>
              </a:pPr>
              <a:r>
                <a:rPr lang="en-US" sz="2000" b="1" dirty="0">
                  <a:solidFill>
                    <a:schemeClr val="tx1">
                      <a:alpha val="99000"/>
                    </a:schemeClr>
                  </a:solidFill>
                  <a:highlight>
                    <a:srgbClr val="FFFFFF"/>
                  </a:highlight>
                  <a:ea typeface="Kozuka Gothic Pro R" pitchFamily="34" charset="-128"/>
                </a:rPr>
                <a:t>( as a Service )</a:t>
              </a:r>
            </a:p>
          </p:txBody>
        </p:sp>
        <p:grpSp>
          <p:nvGrpSpPr>
            <p:cNvPr id="59" name="Group 58">
              <a:extLst>
                <a:ext uri="{FF2B5EF4-FFF2-40B4-BE49-F238E27FC236}">
                  <a16:creationId xmlns:a16="http://schemas.microsoft.com/office/drawing/2014/main" id="{DE67C614-78C0-404B-AFEC-9CD7F8E60E3D}"/>
                </a:ext>
              </a:extLst>
            </p:cNvPr>
            <p:cNvGrpSpPr/>
            <p:nvPr/>
          </p:nvGrpSpPr>
          <p:grpSpPr>
            <a:xfrm>
              <a:off x="3547135" y="2266020"/>
              <a:ext cx="1645145" cy="3575799"/>
              <a:chOff x="4410447" y="2460753"/>
              <a:chExt cx="1645145" cy="3575799"/>
            </a:xfrm>
          </p:grpSpPr>
          <p:sp>
            <p:nvSpPr>
              <p:cNvPr id="60" name="Rectangle 59">
                <a:extLst>
                  <a:ext uri="{FF2B5EF4-FFF2-40B4-BE49-F238E27FC236}">
                    <a16:creationId xmlns:a16="http://schemas.microsoft.com/office/drawing/2014/main" id="{2E953AD7-8762-444B-83A7-94C54AC3642D}"/>
                  </a:ext>
                </a:extLst>
              </p:cNvPr>
              <p:cNvSpPr/>
              <p:nvPr/>
            </p:nvSpPr>
            <p:spPr>
              <a:xfrm>
                <a:off x="4410447" y="5200735"/>
                <a:ext cx="1638241" cy="381000"/>
              </a:xfrm>
              <a:prstGeom prst="rect">
                <a:avLst/>
              </a:prstGeom>
              <a:solidFill>
                <a:srgbClr val="0078D4"/>
              </a:solidFill>
              <a:ln w="9525" cap="flat" cmpd="sng" algn="ctr">
                <a:noFill/>
                <a:prstDash val="solid"/>
              </a:ln>
              <a:effectLst/>
            </p:spPr>
            <p:txBody>
              <a:bodyPr rtlCol="0" anchor="t" anchorCtr="0"/>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1218936"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FFFFFF">
                        <a:alpha val="99000"/>
                      </a:srgbClr>
                    </a:solidFill>
                    <a:effectLst/>
                    <a:uLnTx/>
                    <a:uFillTx/>
                    <a:ea typeface="Segoe UI" pitchFamily="34" charset="0"/>
                    <a:cs typeface="Segoe UI" pitchFamily="34" charset="0"/>
                  </a:rPr>
                  <a:t>Networking</a:t>
                </a:r>
              </a:p>
            </p:txBody>
          </p:sp>
          <p:sp>
            <p:nvSpPr>
              <p:cNvPr id="61" name="Rectangle 60">
                <a:extLst>
                  <a:ext uri="{FF2B5EF4-FFF2-40B4-BE49-F238E27FC236}">
                    <a16:creationId xmlns:a16="http://schemas.microsoft.com/office/drawing/2014/main" id="{762CF49B-B4B2-4D24-96F8-F4FB78C97AA6}"/>
                  </a:ext>
                </a:extLst>
              </p:cNvPr>
              <p:cNvSpPr/>
              <p:nvPr/>
            </p:nvSpPr>
            <p:spPr>
              <a:xfrm>
                <a:off x="4410447" y="4745916"/>
                <a:ext cx="1638241" cy="381000"/>
              </a:xfrm>
              <a:prstGeom prst="rect">
                <a:avLst/>
              </a:prstGeom>
              <a:solidFill>
                <a:srgbClr val="0078D4"/>
              </a:solidFill>
              <a:ln w="9525" cap="flat" cmpd="sng" algn="ctr">
                <a:noFill/>
                <a:prstDash val="solid"/>
              </a:ln>
              <a:effectLst/>
            </p:spPr>
            <p:txBody>
              <a:bodyPr rtlCol="0" anchor="t" anchorCtr="0"/>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1218936"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FFFFFF">
                        <a:alpha val="99000"/>
                      </a:srgbClr>
                    </a:solidFill>
                    <a:effectLst/>
                    <a:uLnTx/>
                    <a:uFillTx/>
                    <a:ea typeface="Segoe UI" pitchFamily="34" charset="0"/>
                    <a:cs typeface="Segoe UI" pitchFamily="34" charset="0"/>
                  </a:rPr>
                  <a:t>Compute</a:t>
                </a:r>
              </a:p>
            </p:txBody>
          </p:sp>
          <p:sp>
            <p:nvSpPr>
              <p:cNvPr id="62" name="Rectangle 61">
                <a:extLst>
                  <a:ext uri="{FF2B5EF4-FFF2-40B4-BE49-F238E27FC236}">
                    <a16:creationId xmlns:a16="http://schemas.microsoft.com/office/drawing/2014/main" id="{466E691C-0113-489B-966F-4176B3F3AB29}"/>
                  </a:ext>
                </a:extLst>
              </p:cNvPr>
              <p:cNvSpPr/>
              <p:nvPr/>
            </p:nvSpPr>
            <p:spPr>
              <a:xfrm>
                <a:off x="4410447" y="5655552"/>
                <a:ext cx="1638241" cy="381000"/>
              </a:xfrm>
              <a:prstGeom prst="rect">
                <a:avLst/>
              </a:prstGeom>
              <a:solidFill>
                <a:srgbClr val="0078D4"/>
              </a:solidFill>
              <a:ln w="9525" cap="flat" cmpd="sng" algn="ctr">
                <a:noFill/>
                <a:prstDash val="solid"/>
              </a:ln>
              <a:effectLst/>
            </p:spPr>
            <p:txBody>
              <a:bodyPr rtlCol="0" anchor="t" anchorCtr="0"/>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1218936"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FFFFFF">
                        <a:alpha val="99000"/>
                      </a:srgbClr>
                    </a:solidFill>
                    <a:effectLst/>
                    <a:uLnTx/>
                    <a:uFillTx/>
                    <a:ea typeface="Segoe UI" pitchFamily="34" charset="0"/>
                    <a:cs typeface="Segoe UI" pitchFamily="34" charset="0"/>
                  </a:rPr>
                  <a:t>Storage</a:t>
                </a:r>
              </a:p>
            </p:txBody>
          </p:sp>
          <p:sp>
            <p:nvSpPr>
              <p:cNvPr id="63" name="Rectangle 62">
                <a:extLst>
                  <a:ext uri="{FF2B5EF4-FFF2-40B4-BE49-F238E27FC236}">
                    <a16:creationId xmlns:a16="http://schemas.microsoft.com/office/drawing/2014/main" id="{0A7FDD1F-8740-4888-9E49-9E016FBE0AE0}"/>
                  </a:ext>
                </a:extLst>
              </p:cNvPr>
              <p:cNvSpPr/>
              <p:nvPr/>
            </p:nvSpPr>
            <p:spPr>
              <a:xfrm>
                <a:off x="4410447" y="4280029"/>
                <a:ext cx="1638241" cy="381000"/>
              </a:xfrm>
              <a:prstGeom prst="rect">
                <a:avLst/>
              </a:prstGeom>
              <a:solidFill>
                <a:srgbClr val="008575"/>
              </a:solidFill>
              <a:ln w="9525" cap="flat" cmpd="sng" algn="ctr">
                <a:solidFill>
                  <a:srgbClr val="FFC000">
                    <a:shade val="95000"/>
                    <a:satMod val="105000"/>
                  </a:srgbClr>
                </a:solidFill>
                <a:prstDash val="solid"/>
              </a:ln>
              <a:effectLst/>
            </p:spPr>
            <p:txBody>
              <a:bodyPr rtlCol="0" anchor="t" anchorCtr="0"/>
              <a:lstStyle/>
              <a:p>
                <a:pPr marL="0" marR="0" lvl="0" indent="0" algn="ctr" defTabSz="1218936"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dirty="0">
                    <a:ln>
                      <a:noFill/>
                    </a:ln>
                    <a:solidFill>
                      <a:srgbClr val="FFFFFF">
                        <a:alpha val="99000"/>
                      </a:srgbClr>
                    </a:solidFill>
                    <a:effectLst/>
                    <a:uLnTx/>
                    <a:uFillTx/>
                    <a:ea typeface="Segoe UI" pitchFamily="34" charset="0"/>
                    <a:cs typeface="Segoe UI" pitchFamily="34" charset="0"/>
                  </a:rPr>
                  <a:t>Virtual Machine</a:t>
                </a:r>
              </a:p>
            </p:txBody>
          </p:sp>
          <p:sp>
            <p:nvSpPr>
              <p:cNvPr id="64" name="Rectangle 63">
                <a:extLst>
                  <a:ext uri="{FF2B5EF4-FFF2-40B4-BE49-F238E27FC236}">
                    <a16:creationId xmlns:a16="http://schemas.microsoft.com/office/drawing/2014/main" id="{DE0DD56F-9D77-4E31-9F9D-40EC34BF9FF1}"/>
                  </a:ext>
                </a:extLst>
              </p:cNvPr>
              <p:cNvSpPr/>
              <p:nvPr/>
            </p:nvSpPr>
            <p:spPr>
              <a:xfrm>
                <a:off x="4410447" y="3825210"/>
                <a:ext cx="1645145" cy="381000"/>
              </a:xfrm>
              <a:prstGeom prst="rect">
                <a:avLst/>
              </a:prstGeom>
              <a:solidFill>
                <a:srgbClr val="008575"/>
              </a:solidFill>
              <a:ln w="9525" cap="flat" cmpd="sng" algn="ctr">
                <a:solidFill>
                  <a:srgbClr val="FFC000"/>
                </a:solidFill>
                <a:prstDash val="solid"/>
              </a:ln>
              <a:effectLst/>
            </p:spPr>
            <p:txBody>
              <a:bodyPr lIns="0" rIns="0" rtlCol="0" anchor="t" anchorCtr="0"/>
              <a:lstStyle/>
              <a:p>
                <a:pPr marL="0" marR="0" lvl="0" indent="0" algn="ctr" defTabSz="1218936"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dirty="0">
                    <a:ln>
                      <a:noFill/>
                    </a:ln>
                    <a:solidFill>
                      <a:srgbClr val="FFFFFF">
                        <a:alpha val="99000"/>
                      </a:srgbClr>
                    </a:solidFill>
                    <a:effectLst/>
                    <a:uLnTx/>
                    <a:uFillTx/>
                    <a:ea typeface="Segoe UI" pitchFamily="34" charset="0"/>
                    <a:cs typeface="Segoe UI" pitchFamily="34" charset="0"/>
                  </a:rPr>
                  <a:t>Operating System</a:t>
                </a:r>
              </a:p>
            </p:txBody>
          </p:sp>
          <p:sp>
            <p:nvSpPr>
              <p:cNvPr id="65" name="Rectangle 64">
                <a:extLst>
                  <a:ext uri="{FF2B5EF4-FFF2-40B4-BE49-F238E27FC236}">
                    <a16:creationId xmlns:a16="http://schemas.microsoft.com/office/drawing/2014/main" id="{2C1DF327-C761-4607-B762-3CF5F9F236DF}"/>
                  </a:ext>
                </a:extLst>
              </p:cNvPr>
              <p:cNvSpPr/>
              <p:nvPr/>
            </p:nvSpPr>
            <p:spPr>
              <a:xfrm>
                <a:off x="4410447" y="2915572"/>
                <a:ext cx="1638241" cy="381000"/>
              </a:xfrm>
              <a:prstGeom prst="rect">
                <a:avLst/>
              </a:prstGeom>
              <a:solidFill>
                <a:srgbClr val="008575"/>
              </a:solidFill>
              <a:ln w="9525" cap="flat" cmpd="sng" algn="ctr">
                <a:solidFill>
                  <a:srgbClr val="FFC000">
                    <a:shade val="95000"/>
                    <a:satMod val="105000"/>
                  </a:srgbClr>
                </a:solidFill>
                <a:prstDash val="solid"/>
              </a:ln>
              <a:effectLst/>
            </p:spPr>
            <p:txBody>
              <a:bodyPr rtlCol="0" anchor="t" anchorCtr="0"/>
              <a:lstStyle/>
              <a:p>
                <a:pPr marL="0" marR="0" lvl="0" indent="0" algn="ctr" defTabSz="1218936"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a:ln>
                      <a:noFill/>
                    </a:ln>
                    <a:solidFill>
                      <a:srgbClr val="FFFFFF">
                        <a:alpha val="99000"/>
                      </a:srgbClr>
                    </a:solidFill>
                    <a:effectLst/>
                    <a:uLnTx/>
                    <a:uFillTx/>
                    <a:ea typeface="Segoe UI" pitchFamily="34" charset="0"/>
                    <a:cs typeface="Segoe UI" pitchFamily="34" charset="0"/>
                  </a:rPr>
                  <a:t>Applications</a:t>
                </a:r>
              </a:p>
            </p:txBody>
          </p:sp>
          <p:sp>
            <p:nvSpPr>
              <p:cNvPr id="66" name="Rectangle 65">
                <a:extLst>
                  <a:ext uri="{FF2B5EF4-FFF2-40B4-BE49-F238E27FC236}">
                    <a16:creationId xmlns:a16="http://schemas.microsoft.com/office/drawing/2014/main" id="{69E08269-41BB-413B-A32C-5D60C117F6E0}"/>
                  </a:ext>
                </a:extLst>
              </p:cNvPr>
              <p:cNvSpPr/>
              <p:nvPr/>
            </p:nvSpPr>
            <p:spPr>
              <a:xfrm>
                <a:off x="4410447" y="2460753"/>
                <a:ext cx="1638241" cy="381000"/>
              </a:xfrm>
              <a:prstGeom prst="rect">
                <a:avLst/>
              </a:prstGeom>
              <a:solidFill>
                <a:srgbClr val="008575"/>
              </a:solidFill>
              <a:ln w="9525" cap="flat" cmpd="sng" algn="ctr">
                <a:solidFill>
                  <a:srgbClr val="FFC000">
                    <a:shade val="95000"/>
                    <a:satMod val="105000"/>
                  </a:srgbClr>
                </a:solidFill>
                <a:prstDash val="solid"/>
              </a:ln>
              <a:effectLst/>
            </p:spPr>
            <p:txBody>
              <a:bodyPr rtlCol="0" anchor="t" anchorCtr="0"/>
              <a:lstStyle/>
              <a:p>
                <a:pPr marL="0" marR="0" lvl="0" indent="0" algn="ctr" defTabSz="1218936"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a:ln>
                      <a:noFill/>
                    </a:ln>
                    <a:solidFill>
                      <a:srgbClr val="FFFFFF">
                        <a:alpha val="99000"/>
                      </a:srgbClr>
                    </a:solidFill>
                    <a:effectLst/>
                    <a:uLnTx/>
                    <a:uFillTx/>
                    <a:ea typeface="Segoe UI" pitchFamily="34" charset="0"/>
                    <a:cs typeface="Segoe UI" pitchFamily="34" charset="0"/>
                  </a:rPr>
                  <a:t>Data &amp; Access</a:t>
                </a:r>
              </a:p>
            </p:txBody>
          </p:sp>
          <p:sp>
            <p:nvSpPr>
              <p:cNvPr id="67" name="Rectangle 66">
                <a:extLst>
                  <a:ext uri="{FF2B5EF4-FFF2-40B4-BE49-F238E27FC236}">
                    <a16:creationId xmlns:a16="http://schemas.microsoft.com/office/drawing/2014/main" id="{13654DEB-AB24-4530-806C-BC5524506208}"/>
                  </a:ext>
                </a:extLst>
              </p:cNvPr>
              <p:cNvSpPr/>
              <p:nvPr/>
            </p:nvSpPr>
            <p:spPr>
              <a:xfrm>
                <a:off x="4410447" y="3370391"/>
                <a:ext cx="1638241" cy="381000"/>
              </a:xfrm>
              <a:prstGeom prst="rect">
                <a:avLst/>
              </a:prstGeom>
              <a:solidFill>
                <a:srgbClr val="008575"/>
              </a:solidFill>
              <a:ln w="9525" cap="flat" cmpd="sng" algn="ctr">
                <a:solidFill>
                  <a:srgbClr val="FFC000">
                    <a:shade val="95000"/>
                    <a:satMod val="105000"/>
                  </a:srgbClr>
                </a:solidFill>
                <a:prstDash val="solid"/>
              </a:ln>
              <a:effectLst/>
            </p:spPr>
            <p:txBody>
              <a:bodyPr rtlCol="0" anchor="t" anchorCtr="0"/>
              <a:lstStyle/>
              <a:p>
                <a:pPr marL="0" marR="0" lvl="0" indent="0" algn="ctr" defTabSz="1218936"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a:ln>
                      <a:noFill/>
                    </a:ln>
                    <a:solidFill>
                      <a:srgbClr val="FFFFFF">
                        <a:alpha val="99000"/>
                      </a:srgbClr>
                    </a:solidFill>
                    <a:effectLst/>
                    <a:uLnTx/>
                    <a:uFillTx/>
                    <a:ea typeface="Segoe UI" pitchFamily="34" charset="0"/>
                    <a:cs typeface="Segoe UI" pitchFamily="34" charset="0"/>
                  </a:rPr>
                  <a:t>Runtime</a:t>
                </a:r>
              </a:p>
            </p:txBody>
          </p:sp>
        </p:grpSp>
        <p:sp>
          <p:nvSpPr>
            <p:cNvPr id="68" name="Rectangle 67">
              <a:extLst>
                <a:ext uri="{FF2B5EF4-FFF2-40B4-BE49-F238E27FC236}">
                  <a16:creationId xmlns:a16="http://schemas.microsoft.com/office/drawing/2014/main" id="{20DD6C99-26E1-432C-883F-09C90B36E556}"/>
                </a:ext>
              </a:extLst>
            </p:cNvPr>
            <p:cNvSpPr/>
            <p:nvPr/>
          </p:nvSpPr>
          <p:spPr>
            <a:xfrm>
              <a:off x="5414147" y="1494810"/>
              <a:ext cx="2000311" cy="640080"/>
            </a:xfrm>
            <a:prstGeom prst="rect">
              <a:avLst/>
            </a:prstGeom>
          </p:spPr>
          <p:txBody>
            <a:bodyPr tIns="0" bIns="0"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lvl="1" algn="ctr" defTabSz="1218836" fontAlgn="base">
                <a:spcAft>
                  <a:spcPct val="0"/>
                </a:spcAft>
              </a:pPr>
              <a:r>
                <a:rPr lang="en-US" sz="2000" b="1" dirty="0">
                  <a:solidFill>
                    <a:schemeClr val="tx1">
                      <a:alpha val="99000"/>
                    </a:schemeClr>
                  </a:solidFill>
                  <a:highlight>
                    <a:srgbClr val="FFFFFF"/>
                  </a:highlight>
                  <a:ea typeface="Kozuka Gothic Pro R" pitchFamily="34" charset="-128"/>
                </a:rPr>
                <a:t>Platform</a:t>
              </a:r>
            </a:p>
            <a:p>
              <a:pPr algn="ctr" defTabSz="1218936"/>
              <a:r>
                <a:rPr lang="en-US" sz="2000" b="1" dirty="0">
                  <a:solidFill>
                    <a:schemeClr val="tx1">
                      <a:alpha val="99000"/>
                    </a:schemeClr>
                  </a:solidFill>
                  <a:highlight>
                    <a:srgbClr val="FFFFFF"/>
                  </a:highlight>
                  <a:ea typeface="Kozuka Gothic Pro R" pitchFamily="34" charset="-128"/>
                </a:rPr>
                <a:t>( as a Service )</a:t>
              </a:r>
            </a:p>
          </p:txBody>
        </p:sp>
        <p:grpSp>
          <p:nvGrpSpPr>
            <p:cNvPr id="69" name="Group 68">
              <a:extLst>
                <a:ext uri="{FF2B5EF4-FFF2-40B4-BE49-F238E27FC236}">
                  <a16:creationId xmlns:a16="http://schemas.microsoft.com/office/drawing/2014/main" id="{CF6B06AD-6C3B-40B6-A8E4-24BD995A4749}"/>
                </a:ext>
              </a:extLst>
            </p:cNvPr>
            <p:cNvGrpSpPr/>
            <p:nvPr/>
          </p:nvGrpSpPr>
          <p:grpSpPr>
            <a:xfrm>
              <a:off x="5602718" y="2282956"/>
              <a:ext cx="1638240" cy="3575799"/>
              <a:chOff x="6966542" y="2460752"/>
              <a:chExt cx="1638240" cy="3575799"/>
            </a:xfrm>
          </p:grpSpPr>
          <p:sp>
            <p:nvSpPr>
              <p:cNvPr id="70" name="Rectangle 69">
                <a:extLst>
                  <a:ext uri="{FF2B5EF4-FFF2-40B4-BE49-F238E27FC236}">
                    <a16:creationId xmlns:a16="http://schemas.microsoft.com/office/drawing/2014/main" id="{2158F502-BDDB-47BD-9CCB-85FAAE51D9C7}"/>
                  </a:ext>
                </a:extLst>
              </p:cNvPr>
              <p:cNvSpPr/>
              <p:nvPr/>
            </p:nvSpPr>
            <p:spPr>
              <a:xfrm>
                <a:off x="6966542" y="5200734"/>
                <a:ext cx="1638240" cy="381000"/>
              </a:xfrm>
              <a:prstGeom prst="rect">
                <a:avLst/>
              </a:prstGeom>
              <a:solidFill>
                <a:srgbClr val="0078D4"/>
              </a:solidFill>
              <a:ln w="9525" cap="flat" cmpd="sng" algn="ctr">
                <a:noFill/>
                <a:prstDash val="solid"/>
              </a:ln>
              <a:effectLst/>
            </p:spPr>
            <p:txBody>
              <a:bodyPr lIns="0" rIns="0" rtlCol="0" anchor="t" anchorCtr="0"/>
              <a:lstStyle/>
              <a:p>
                <a:pPr marL="0" marR="0" lvl="0" indent="0" algn="ctr" defTabSz="1218936"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a:ln>
                      <a:noFill/>
                    </a:ln>
                    <a:solidFill>
                      <a:srgbClr val="FFFFFF">
                        <a:alpha val="99000"/>
                      </a:srgbClr>
                    </a:solidFill>
                    <a:effectLst/>
                    <a:uLnTx/>
                    <a:uFillTx/>
                    <a:ea typeface="Segoe UI" pitchFamily="34" charset="0"/>
                    <a:cs typeface="Segoe UI" pitchFamily="34" charset="0"/>
                  </a:rPr>
                  <a:t>Networking</a:t>
                </a:r>
              </a:p>
            </p:txBody>
          </p:sp>
          <p:sp>
            <p:nvSpPr>
              <p:cNvPr id="71" name="Rectangle 70">
                <a:extLst>
                  <a:ext uri="{FF2B5EF4-FFF2-40B4-BE49-F238E27FC236}">
                    <a16:creationId xmlns:a16="http://schemas.microsoft.com/office/drawing/2014/main" id="{2BABBED3-8B91-4E43-91A8-0D1A5DB8ED25}"/>
                  </a:ext>
                </a:extLst>
              </p:cNvPr>
              <p:cNvSpPr/>
              <p:nvPr/>
            </p:nvSpPr>
            <p:spPr>
              <a:xfrm>
                <a:off x="6966542" y="4745915"/>
                <a:ext cx="1638240" cy="381000"/>
              </a:xfrm>
              <a:prstGeom prst="rect">
                <a:avLst/>
              </a:prstGeom>
              <a:solidFill>
                <a:srgbClr val="0078D4"/>
              </a:solidFill>
              <a:ln w="9525" cap="flat" cmpd="sng" algn="ctr">
                <a:noFill/>
                <a:prstDash val="solid"/>
              </a:ln>
              <a:effectLst/>
            </p:spPr>
            <p:txBody>
              <a:bodyPr lIns="0" rIns="0" rtlCol="0" anchor="t" anchorCtr="0"/>
              <a:lstStyle/>
              <a:p>
                <a:pPr marL="0" marR="0" lvl="0" indent="0" algn="ctr" defTabSz="1218936"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a:ln>
                      <a:noFill/>
                    </a:ln>
                    <a:solidFill>
                      <a:srgbClr val="FFFFFF">
                        <a:alpha val="99000"/>
                      </a:srgbClr>
                    </a:solidFill>
                    <a:effectLst/>
                    <a:uLnTx/>
                    <a:uFillTx/>
                    <a:ea typeface="Segoe UI" pitchFamily="34" charset="0"/>
                    <a:cs typeface="Segoe UI" pitchFamily="34" charset="0"/>
                  </a:rPr>
                  <a:t>Compute</a:t>
                </a:r>
              </a:p>
            </p:txBody>
          </p:sp>
          <p:sp>
            <p:nvSpPr>
              <p:cNvPr id="72" name="Rectangle 71">
                <a:extLst>
                  <a:ext uri="{FF2B5EF4-FFF2-40B4-BE49-F238E27FC236}">
                    <a16:creationId xmlns:a16="http://schemas.microsoft.com/office/drawing/2014/main" id="{137CD9AA-7E19-4934-A91C-6A4CF6CA2674}"/>
                  </a:ext>
                </a:extLst>
              </p:cNvPr>
              <p:cNvSpPr/>
              <p:nvPr/>
            </p:nvSpPr>
            <p:spPr>
              <a:xfrm>
                <a:off x="6966542" y="5655551"/>
                <a:ext cx="1638240" cy="381000"/>
              </a:xfrm>
              <a:prstGeom prst="rect">
                <a:avLst/>
              </a:prstGeom>
              <a:solidFill>
                <a:srgbClr val="0078D4"/>
              </a:solidFill>
              <a:ln w="9525" cap="flat" cmpd="sng" algn="ctr">
                <a:noFill/>
                <a:prstDash val="solid"/>
              </a:ln>
              <a:effectLst/>
            </p:spPr>
            <p:txBody>
              <a:bodyPr lIns="0" rIns="0" rtlCol="0" anchor="t" anchorCtr="0"/>
              <a:lstStyle/>
              <a:p>
                <a:pPr marL="0" marR="0" lvl="0" indent="0" algn="ctr" defTabSz="1218936"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a:ln>
                      <a:noFill/>
                    </a:ln>
                    <a:solidFill>
                      <a:srgbClr val="FFFFFF">
                        <a:alpha val="99000"/>
                      </a:srgbClr>
                    </a:solidFill>
                    <a:effectLst/>
                    <a:uLnTx/>
                    <a:uFillTx/>
                    <a:ea typeface="Segoe UI" pitchFamily="34" charset="0"/>
                    <a:cs typeface="Segoe UI" pitchFamily="34" charset="0"/>
                  </a:rPr>
                  <a:t>Storage</a:t>
                </a:r>
              </a:p>
            </p:txBody>
          </p:sp>
          <p:sp>
            <p:nvSpPr>
              <p:cNvPr id="73" name="Rectangle 72">
                <a:extLst>
                  <a:ext uri="{FF2B5EF4-FFF2-40B4-BE49-F238E27FC236}">
                    <a16:creationId xmlns:a16="http://schemas.microsoft.com/office/drawing/2014/main" id="{6558D6D2-DECA-4719-BD29-9F74253440FA}"/>
                  </a:ext>
                </a:extLst>
              </p:cNvPr>
              <p:cNvSpPr/>
              <p:nvPr/>
            </p:nvSpPr>
            <p:spPr>
              <a:xfrm>
                <a:off x="6966542" y="4280028"/>
                <a:ext cx="1638240" cy="381000"/>
              </a:xfrm>
              <a:prstGeom prst="rect">
                <a:avLst/>
              </a:prstGeom>
              <a:solidFill>
                <a:srgbClr val="0078D4"/>
              </a:solidFill>
              <a:ln w="9525" cap="flat" cmpd="sng" algn="ctr">
                <a:noFill/>
                <a:prstDash val="solid"/>
              </a:ln>
              <a:effectLst/>
            </p:spPr>
            <p:txBody>
              <a:bodyPr lIns="0" rIns="0" rtlCol="0" anchor="t" anchorCtr="0"/>
              <a:lstStyle/>
              <a:p>
                <a:pPr marL="0" marR="0" lvl="0" indent="0" algn="ctr" defTabSz="1218936"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a:ln>
                      <a:noFill/>
                    </a:ln>
                    <a:solidFill>
                      <a:srgbClr val="FFFFFF">
                        <a:alpha val="99000"/>
                      </a:srgbClr>
                    </a:solidFill>
                    <a:effectLst/>
                    <a:uLnTx/>
                    <a:uFillTx/>
                    <a:ea typeface="Segoe UI" pitchFamily="34" charset="0"/>
                    <a:cs typeface="Segoe UI" pitchFamily="34" charset="0"/>
                  </a:rPr>
                  <a:t>Virtual Machine</a:t>
                </a:r>
              </a:p>
            </p:txBody>
          </p:sp>
          <p:sp>
            <p:nvSpPr>
              <p:cNvPr id="74" name="Rectangle 73">
                <a:extLst>
                  <a:ext uri="{FF2B5EF4-FFF2-40B4-BE49-F238E27FC236}">
                    <a16:creationId xmlns:a16="http://schemas.microsoft.com/office/drawing/2014/main" id="{848F9CE6-82E5-46E2-B87C-3F7A3C0B6E64}"/>
                  </a:ext>
                </a:extLst>
              </p:cNvPr>
              <p:cNvSpPr/>
              <p:nvPr/>
            </p:nvSpPr>
            <p:spPr>
              <a:xfrm>
                <a:off x="6966542" y="3825209"/>
                <a:ext cx="1638240" cy="381000"/>
              </a:xfrm>
              <a:prstGeom prst="rect">
                <a:avLst/>
              </a:prstGeom>
              <a:solidFill>
                <a:srgbClr val="0078D4"/>
              </a:solidFill>
              <a:ln w="9525" cap="flat" cmpd="sng" algn="ctr">
                <a:noFill/>
                <a:prstDash val="solid"/>
              </a:ln>
              <a:effectLst/>
            </p:spPr>
            <p:txBody>
              <a:bodyPr lIns="0" rIns="0" rtlCol="0" anchor="t" anchorCtr="0"/>
              <a:lstStyle/>
              <a:p>
                <a:pPr marL="0" marR="0" lvl="0" indent="0" algn="ctr" defTabSz="1218936"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dirty="0">
                    <a:ln>
                      <a:noFill/>
                    </a:ln>
                    <a:solidFill>
                      <a:srgbClr val="FFFFFF">
                        <a:alpha val="99000"/>
                      </a:srgbClr>
                    </a:solidFill>
                    <a:effectLst/>
                    <a:uLnTx/>
                    <a:uFillTx/>
                    <a:ea typeface="Segoe UI" pitchFamily="34" charset="0"/>
                    <a:cs typeface="Segoe UI" pitchFamily="34" charset="0"/>
                  </a:rPr>
                  <a:t>Operating System</a:t>
                </a:r>
              </a:p>
            </p:txBody>
          </p:sp>
          <p:sp>
            <p:nvSpPr>
              <p:cNvPr id="75" name="Rectangle 74">
                <a:extLst>
                  <a:ext uri="{FF2B5EF4-FFF2-40B4-BE49-F238E27FC236}">
                    <a16:creationId xmlns:a16="http://schemas.microsoft.com/office/drawing/2014/main" id="{8AE02F46-CE58-4A34-B2DD-06BD242AF095}"/>
                  </a:ext>
                </a:extLst>
              </p:cNvPr>
              <p:cNvSpPr/>
              <p:nvPr/>
            </p:nvSpPr>
            <p:spPr>
              <a:xfrm>
                <a:off x="6966542" y="2460752"/>
                <a:ext cx="1638240" cy="381000"/>
              </a:xfrm>
              <a:prstGeom prst="rect">
                <a:avLst/>
              </a:prstGeom>
              <a:solidFill>
                <a:srgbClr val="008575"/>
              </a:solidFill>
              <a:ln w="9525" cap="flat" cmpd="sng" algn="ctr">
                <a:solidFill>
                  <a:srgbClr val="FFC000">
                    <a:shade val="95000"/>
                    <a:satMod val="105000"/>
                  </a:srgbClr>
                </a:solidFill>
                <a:prstDash val="solid"/>
              </a:ln>
              <a:effectLst/>
            </p:spPr>
            <p:txBody>
              <a:bodyPr rtlCol="0" anchor="t" anchorCtr="0"/>
              <a:lstStyle/>
              <a:p>
                <a:pPr marL="0" marR="0" lvl="0" indent="0" algn="ctr" defTabSz="1218936"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a:ln>
                      <a:noFill/>
                    </a:ln>
                    <a:solidFill>
                      <a:srgbClr val="FFFFFF">
                        <a:alpha val="99000"/>
                      </a:srgbClr>
                    </a:solidFill>
                    <a:effectLst/>
                    <a:uLnTx/>
                    <a:uFillTx/>
                    <a:ea typeface="Segoe UI" pitchFamily="34" charset="0"/>
                    <a:cs typeface="Segoe UI" pitchFamily="34" charset="0"/>
                  </a:rPr>
                  <a:t>Data &amp; Access</a:t>
                </a:r>
              </a:p>
            </p:txBody>
          </p:sp>
          <p:sp>
            <p:nvSpPr>
              <p:cNvPr id="76" name="Rectangle 75">
                <a:extLst>
                  <a:ext uri="{FF2B5EF4-FFF2-40B4-BE49-F238E27FC236}">
                    <a16:creationId xmlns:a16="http://schemas.microsoft.com/office/drawing/2014/main" id="{11B690FA-4E0B-4D86-B7A3-A166BEA77726}"/>
                  </a:ext>
                </a:extLst>
              </p:cNvPr>
              <p:cNvSpPr/>
              <p:nvPr/>
            </p:nvSpPr>
            <p:spPr>
              <a:xfrm>
                <a:off x="6966542" y="3370390"/>
                <a:ext cx="1638240" cy="381000"/>
              </a:xfrm>
              <a:prstGeom prst="rect">
                <a:avLst/>
              </a:prstGeom>
              <a:solidFill>
                <a:srgbClr val="0078D4"/>
              </a:solidFill>
              <a:ln w="9525" cap="flat" cmpd="sng" algn="ctr">
                <a:noFill/>
                <a:prstDash val="solid"/>
              </a:ln>
              <a:effectLst/>
            </p:spPr>
            <p:txBody>
              <a:bodyPr lIns="0" rIns="0" rtlCol="0" anchor="t" anchorCtr="0"/>
              <a:lstStyle/>
              <a:p>
                <a:pPr marL="0" marR="0" lvl="0" indent="0" algn="ctr" defTabSz="1218936"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a:ln>
                      <a:noFill/>
                    </a:ln>
                    <a:solidFill>
                      <a:srgbClr val="FFFFFF">
                        <a:alpha val="99000"/>
                      </a:srgbClr>
                    </a:solidFill>
                    <a:effectLst/>
                    <a:uLnTx/>
                    <a:uFillTx/>
                    <a:ea typeface="Segoe UI" pitchFamily="34" charset="0"/>
                    <a:cs typeface="Segoe UI" pitchFamily="34" charset="0"/>
                  </a:rPr>
                  <a:t>Runtime</a:t>
                </a:r>
              </a:p>
            </p:txBody>
          </p:sp>
          <p:sp>
            <p:nvSpPr>
              <p:cNvPr id="77" name="Rectangle 76">
                <a:extLst>
                  <a:ext uri="{FF2B5EF4-FFF2-40B4-BE49-F238E27FC236}">
                    <a16:creationId xmlns:a16="http://schemas.microsoft.com/office/drawing/2014/main" id="{206BCAD0-993F-4DC5-B4C2-128560356C78}"/>
                  </a:ext>
                </a:extLst>
              </p:cNvPr>
              <p:cNvSpPr/>
              <p:nvPr/>
            </p:nvSpPr>
            <p:spPr>
              <a:xfrm>
                <a:off x="6966542" y="2915571"/>
                <a:ext cx="1638240" cy="381000"/>
              </a:xfrm>
              <a:prstGeom prst="rect">
                <a:avLst/>
              </a:prstGeom>
              <a:solidFill>
                <a:srgbClr val="008575"/>
              </a:solidFill>
              <a:ln w="9525" cap="flat" cmpd="sng" algn="ctr">
                <a:solidFill>
                  <a:srgbClr val="FFC000">
                    <a:shade val="95000"/>
                    <a:satMod val="105000"/>
                  </a:srgbClr>
                </a:solidFill>
                <a:prstDash val="solid"/>
              </a:ln>
              <a:effectLst/>
            </p:spPr>
            <p:txBody>
              <a:bodyPr rtlCol="0" anchor="t" anchorCtr="0"/>
              <a:lstStyle/>
              <a:p>
                <a:pPr marL="0" marR="0" lvl="0" indent="0" algn="ctr" defTabSz="1218936"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a:ln>
                      <a:noFill/>
                    </a:ln>
                    <a:solidFill>
                      <a:srgbClr val="FFFFFF">
                        <a:alpha val="99000"/>
                      </a:srgbClr>
                    </a:solidFill>
                    <a:effectLst/>
                    <a:uLnTx/>
                    <a:uFillTx/>
                    <a:ea typeface="Segoe UI" pitchFamily="34" charset="0"/>
                    <a:cs typeface="Segoe UI" pitchFamily="34" charset="0"/>
                  </a:rPr>
                  <a:t>Applications</a:t>
                </a:r>
              </a:p>
            </p:txBody>
          </p:sp>
        </p:grpSp>
        <p:sp>
          <p:nvSpPr>
            <p:cNvPr id="78" name="Rectangle 77">
              <a:extLst>
                <a:ext uri="{FF2B5EF4-FFF2-40B4-BE49-F238E27FC236}">
                  <a16:creationId xmlns:a16="http://schemas.microsoft.com/office/drawing/2014/main" id="{47B2DE98-9258-4F61-93F9-69A0F2B73D6E}"/>
                </a:ext>
              </a:extLst>
            </p:cNvPr>
            <p:cNvSpPr/>
            <p:nvPr/>
          </p:nvSpPr>
          <p:spPr>
            <a:xfrm>
              <a:off x="7423241" y="1494810"/>
              <a:ext cx="2028257" cy="640080"/>
            </a:xfrm>
            <a:prstGeom prst="rect">
              <a:avLst/>
            </a:prstGeom>
          </p:spPr>
          <p:txBody>
            <a:bodyPr tIns="0" bIns="0"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lvl="1" algn="ctr" defTabSz="1218836" fontAlgn="base">
                <a:spcAft>
                  <a:spcPct val="0"/>
                </a:spcAft>
              </a:pPr>
              <a:r>
                <a:rPr lang="en-US" sz="2000" b="1" dirty="0">
                  <a:solidFill>
                    <a:schemeClr val="tx1">
                      <a:alpha val="99000"/>
                    </a:schemeClr>
                  </a:solidFill>
                  <a:highlight>
                    <a:srgbClr val="FFFFFF"/>
                  </a:highlight>
                  <a:ea typeface="Kozuka Gothic Pro R" pitchFamily="34" charset="-128"/>
                </a:rPr>
                <a:t>Software</a:t>
              </a:r>
            </a:p>
            <a:p>
              <a:pPr algn="ctr" defTabSz="1218936"/>
              <a:r>
                <a:rPr lang="en-US" sz="2000" b="1" dirty="0">
                  <a:solidFill>
                    <a:schemeClr val="tx1">
                      <a:alpha val="99000"/>
                    </a:schemeClr>
                  </a:solidFill>
                  <a:highlight>
                    <a:srgbClr val="FFFFFF"/>
                  </a:highlight>
                  <a:ea typeface="Kozuka Gothic Pro R" pitchFamily="34" charset="-128"/>
                </a:rPr>
                <a:t>( as a Service )</a:t>
              </a:r>
            </a:p>
          </p:txBody>
        </p:sp>
        <p:grpSp>
          <p:nvGrpSpPr>
            <p:cNvPr id="79" name="Group 78">
              <a:extLst>
                <a:ext uri="{FF2B5EF4-FFF2-40B4-BE49-F238E27FC236}">
                  <a16:creationId xmlns:a16="http://schemas.microsoft.com/office/drawing/2014/main" id="{1422EF3D-6160-4A2F-86A4-DCDC02110257}"/>
                </a:ext>
              </a:extLst>
            </p:cNvPr>
            <p:cNvGrpSpPr/>
            <p:nvPr/>
          </p:nvGrpSpPr>
          <p:grpSpPr>
            <a:xfrm>
              <a:off x="7593286" y="2257552"/>
              <a:ext cx="1638240" cy="3575799"/>
              <a:chOff x="9523110" y="2460749"/>
              <a:chExt cx="1638240" cy="3575799"/>
            </a:xfrm>
          </p:grpSpPr>
          <p:sp>
            <p:nvSpPr>
              <p:cNvPr id="80" name="Rectangle 79">
                <a:extLst>
                  <a:ext uri="{FF2B5EF4-FFF2-40B4-BE49-F238E27FC236}">
                    <a16:creationId xmlns:a16="http://schemas.microsoft.com/office/drawing/2014/main" id="{9E1C6C00-2154-46C7-A133-46AF79661431}"/>
                  </a:ext>
                </a:extLst>
              </p:cNvPr>
              <p:cNvSpPr/>
              <p:nvPr/>
            </p:nvSpPr>
            <p:spPr>
              <a:xfrm>
                <a:off x="9523110" y="5200731"/>
                <a:ext cx="1638240" cy="381000"/>
              </a:xfrm>
              <a:prstGeom prst="rect">
                <a:avLst/>
              </a:prstGeom>
              <a:solidFill>
                <a:srgbClr val="0078D4"/>
              </a:solidFill>
              <a:ln w="9525" cap="flat" cmpd="sng" algn="ctr">
                <a:noFill/>
                <a:prstDash val="solid"/>
              </a:ln>
              <a:effectLst/>
            </p:spPr>
            <p:txBody>
              <a:bodyPr lIns="0" rIns="0" rtlCol="0" anchor="t" anchorCtr="0"/>
              <a:lstStyle/>
              <a:p>
                <a:pPr marL="0" marR="0" lvl="0" indent="0" algn="ctr" defTabSz="1218936"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dirty="0">
                    <a:ln>
                      <a:noFill/>
                    </a:ln>
                    <a:solidFill>
                      <a:srgbClr val="FFFFFF">
                        <a:alpha val="99000"/>
                      </a:srgbClr>
                    </a:solidFill>
                    <a:effectLst/>
                    <a:uLnTx/>
                    <a:uFillTx/>
                    <a:ea typeface="Segoe UI" pitchFamily="34" charset="0"/>
                    <a:cs typeface="Segoe UI" pitchFamily="34" charset="0"/>
                  </a:rPr>
                  <a:t>Networking</a:t>
                </a:r>
              </a:p>
            </p:txBody>
          </p:sp>
          <p:sp>
            <p:nvSpPr>
              <p:cNvPr id="81" name="Rectangle 80">
                <a:extLst>
                  <a:ext uri="{FF2B5EF4-FFF2-40B4-BE49-F238E27FC236}">
                    <a16:creationId xmlns:a16="http://schemas.microsoft.com/office/drawing/2014/main" id="{8101A16C-9E65-4DAF-85A6-3E6CB98273F3}"/>
                  </a:ext>
                </a:extLst>
              </p:cNvPr>
              <p:cNvSpPr/>
              <p:nvPr/>
            </p:nvSpPr>
            <p:spPr>
              <a:xfrm>
                <a:off x="9523110" y="4745912"/>
                <a:ext cx="1638240" cy="381000"/>
              </a:xfrm>
              <a:prstGeom prst="rect">
                <a:avLst/>
              </a:prstGeom>
              <a:solidFill>
                <a:srgbClr val="0078D4"/>
              </a:solidFill>
              <a:ln w="9525" cap="flat" cmpd="sng" algn="ctr">
                <a:noFill/>
                <a:prstDash val="solid"/>
              </a:ln>
              <a:effectLst/>
            </p:spPr>
            <p:txBody>
              <a:bodyPr lIns="0" rIns="0" rtlCol="0" anchor="t" anchorCtr="0"/>
              <a:lstStyle/>
              <a:p>
                <a:pPr marL="0" marR="0" lvl="0" indent="0" algn="ctr" defTabSz="1218936"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dirty="0">
                    <a:ln>
                      <a:noFill/>
                    </a:ln>
                    <a:solidFill>
                      <a:srgbClr val="FFFFFF">
                        <a:alpha val="99000"/>
                      </a:srgbClr>
                    </a:solidFill>
                    <a:effectLst/>
                    <a:uLnTx/>
                    <a:uFillTx/>
                    <a:ea typeface="Segoe UI" pitchFamily="34" charset="0"/>
                    <a:cs typeface="Segoe UI" pitchFamily="34" charset="0"/>
                  </a:rPr>
                  <a:t>Compute</a:t>
                </a:r>
              </a:p>
            </p:txBody>
          </p:sp>
          <p:sp>
            <p:nvSpPr>
              <p:cNvPr id="82" name="Rectangle 81">
                <a:extLst>
                  <a:ext uri="{FF2B5EF4-FFF2-40B4-BE49-F238E27FC236}">
                    <a16:creationId xmlns:a16="http://schemas.microsoft.com/office/drawing/2014/main" id="{81003D6F-234A-4EA9-BDB3-B02EE753B14E}"/>
                  </a:ext>
                </a:extLst>
              </p:cNvPr>
              <p:cNvSpPr/>
              <p:nvPr/>
            </p:nvSpPr>
            <p:spPr>
              <a:xfrm>
                <a:off x="9523110" y="4280025"/>
                <a:ext cx="1638240" cy="381000"/>
              </a:xfrm>
              <a:prstGeom prst="rect">
                <a:avLst/>
              </a:prstGeom>
              <a:solidFill>
                <a:srgbClr val="0078D4"/>
              </a:solidFill>
              <a:ln w="9525" cap="flat" cmpd="sng" algn="ctr">
                <a:noFill/>
                <a:prstDash val="solid"/>
              </a:ln>
              <a:effectLst/>
            </p:spPr>
            <p:txBody>
              <a:bodyPr lIns="0" rIns="0" rtlCol="0" anchor="t" anchorCtr="0"/>
              <a:lstStyle/>
              <a:p>
                <a:pPr marL="0" marR="0" lvl="0" indent="0" algn="ctr" defTabSz="1218936"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dirty="0">
                    <a:ln>
                      <a:noFill/>
                    </a:ln>
                    <a:solidFill>
                      <a:srgbClr val="FFFFFF">
                        <a:alpha val="99000"/>
                      </a:srgbClr>
                    </a:solidFill>
                    <a:effectLst/>
                    <a:uLnTx/>
                    <a:uFillTx/>
                    <a:ea typeface="Segoe UI" pitchFamily="34" charset="0"/>
                    <a:cs typeface="Segoe UI" pitchFamily="34" charset="0"/>
                  </a:rPr>
                  <a:t>Virtual Machine</a:t>
                </a:r>
              </a:p>
            </p:txBody>
          </p:sp>
          <p:sp>
            <p:nvSpPr>
              <p:cNvPr id="83" name="Rectangle 82">
                <a:extLst>
                  <a:ext uri="{FF2B5EF4-FFF2-40B4-BE49-F238E27FC236}">
                    <a16:creationId xmlns:a16="http://schemas.microsoft.com/office/drawing/2014/main" id="{B284D65F-6936-41BA-93E4-42CA0FA4CDAE}"/>
                  </a:ext>
                </a:extLst>
              </p:cNvPr>
              <p:cNvSpPr/>
              <p:nvPr/>
            </p:nvSpPr>
            <p:spPr>
              <a:xfrm>
                <a:off x="9523110" y="3825206"/>
                <a:ext cx="1638240" cy="381000"/>
              </a:xfrm>
              <a:prstGeom prst="rect">
                <a:avLst/>
              </a:prstGeom>
              <a:solidFill>
                <a:srgbClr val="0078D4"/>
              </a:solidFill>
              <a:ln w="9525" cap="flat" cmpd="sng" algn="ctr">
                <a:noFill/>
                <a:prstDash val="solid"/>
              </a:ln>
              <a:effectLst/>
            </p:spPr>
            <p:txBody>
              <a:bodyPr lIns="0" rIns="0" rtlCol="0" anchor="t" anchorCtr="0"/>
              <a:lstStyle/>
              <a:p>
                <a:pPr marL="0" marR="0" lvl="0" indent="0" algn="ctr" defTabSz="1218936"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a:ln>
                      <a:noFill/>
                    </a:ln>
                    <a:solidFill>
                      <a:srgbClr val="FFFFFF">
                        <a:alpha val="99000"/>
                      </a:srgbClr>
                    </a:solidFill>
                    <a:effectLst/>
                    <a:uLnTx/>
                    <a:uFillTx/>
                    <a:ea typeface="Segoe UI" pitchFamily="34" charset="0"/>
                    <a:cs typeface="Segoe UI" pitchFamily="34" charset="0"/>
                  </a:rPr>
                  <a:t>Operating System</a:t>
                </a:r>
              </a:p>
            </p:txBody>
          </p:sp>
          <p:sp>
            <p:nvSpPr>
              <p:cNvPr id="84" name="Rectangle 83">
                <a:extLst>
                  <a:ext uri="{FF2B5EF4-FFF2-40B4-BE49-F238E27FC236}">
                    <a16:creationId xmlns:a16="http://schemas.microsoft.com/office/drawing/2014/main" id="{F0A0D202-7E9C-4135-9535-F89E837036B4}"/>
                  </a:ext>
                </a:extLst>
              </p:cNvPr>
              <p:cNvSpPr/>
              <p:nvPr/>
            </p:nvSpPr>
            <p:spPr>
              <a:xfrm>
                <a:off x="9523110" y="2460749"/>
                <a:ext cx="1638240" cy="381000"/>
              </a:xfrm>
              <a:prstGeom prst="rect">
                <a:avLst/>
              </a:prstGeom>
              <a:solidFill>
                <a:srgbClr val="008575"/>
              </a:solidFill>
              <a:ln w="9525" cap="flat" cmpd="sng" algn="ctr">
                <a:solidFill>
                  <a:srgbClr val="FFC000">
                    <a:shade val="95000"/>
                    <a:satMod val="105000"/>
                  </a:srgbClr>
                </a:solidFill>
                <a:prstDash val="solid"/>
              </a:ln>
              <a:effectLst/>
            </p:spPr>
            <p:txBody>
              <a:bodyPr lIns="0" rIns="0" rtlCol="0" anchor="t" anchorCtr="0"/>
              <a:lstStyle/>
              <a:p>
                <a:pPr marL="0" marR="0" lvl="0" indent="0" algn="ctr" defTabSz="1218936"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a:ln>
                      <a:noFill/>
                    </a:ln>
                    <a:solidFill>
                      <a:srgbClr val="FFFFFF">
                        <a:alpha val="99000"/>
                      </a:srgbClr>
                    </a:solidFill>
                    <a:effectLst/>
                    <a:uLnTx/>
                    <a:uFillTx/>
                    <a:ea typeface="Segoe UI" pitchFamily="34" charset="0"/>
                    <a:cs typeface="Segoe UI" pitchFamily="34" charset="0"/>
                  </a:rPr>
                  <a:t>Data &amp; Access</a:t>
                </a:r>
              </a:p>
            </p:txBody>
          </p:sp>
          <p:sp>
            <p:nvSpPr>
              <p:cNvPr id="85" name="Rectangle 84">
                <a:extLst>
                  <a:ext uri="{FF2B5EF4-FFF2-40B4-BE49-F238E27FC236}">
                    <a16:creationId xmlns:a16="http://schemas.microsoft.com/office/drawing/2014/main" id="{1A24DF0F-E1B0-494C-A315-9A95C75CEE8C}"/>
                  </a:ext>
                </a:extLst>
              </p:cNvPr>
              <p:cNvSpPr/>
              <p:nvPr/>
            </p:nvSpPr>
            <p:spPr>
              <a:xfrm>
                <a:off x="9523110" y="3370387"/>
                <a:ext cx="1638240" cy="381000"/>
              </a:xfrm>
              <a:prstGeom prst="rect">
                <a:avLst/>
              </a:prstGeom>
              <a:solidFill>
                <a:srgbClr val="0078D4"/>
              </a:solidFill>
              <a:ln w="9525" cap="flat" cmpd="sng" algn="ctr">
                <a:noFill/>
                <a:prstDash val="solid"/>
              </a:ln>
              <a:effectLst/>
            </p:spPr>
            <p:txBody>
              <a:bodyPr lIns="0" rIns="0" rtlCol="0" anchor="t" anchorCtr="0"/>
              <a:lstStyle/>
              <a:p>
                <a:pPr marL="0" marR="0" lvl="0" indent="0" algn="ctr" defTabSz="1218936"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a:ln>
                      <a:noFill/>
                    </a:ln>
                    <a:solidFill>
                      <a:srgbClr val="FFFFFF">
                        <a:alpha val="99000"/>
                      </a:srgbClr>
                    </a:solidFill>
                    <a:effectLst/>
                    <a:uLnTx/>
                    <a:uFillTx/>
                    <a:ea typeface="Segoe UI" pitchFamily="34" charset="0"/>
                    <a:cs typeface="Segoe UI" pitchFamily="34" charset="0"/>
                  </a:rPr>
                  <a:t>Runtime</a:t>
                </a:r>
              </a:p>
            </p:txBody>
          </p:sp>
          <p:sp>
            <p:nvSpPr>
              <p:cNvPr id="86" name="Rectangle 85">
                <a:extLst>
                  <a:ext uri="{FF2B5EF4-FFF2-40B4-BE49-F238E27FC236}">
                    <a16:creationId xmlns:a16="http://schemas.microsoft.com/office/drawing/2014/main" id="{6CA429E7-8123-4F8F-B295-17C7424D68F6}"/>
                  </a:ext>
                </a:extLst>
              </p:cNvPr>
              <p:cNvSpPr/>
              <p:nvPr/>
            </p:nvSpPr>
            <p:spPr>
              <a:xfrm>
                <a:off x="9523110" y="2915568"/>
                <a:ext cx="1638240" cy="381000"/>
              </a:xfrm>
              <a:prstGeom prst="rect">
                <a:avLst/>
              </a:prstGeom>
              <a:solidFill>
                <a:srgbClr val="0078D4"/>
              </a:solidFill>
              <a:ln w="9525" cap="flat" cmpd="sng" algn="ctr">
                <a:noFill/>
                <a:prstDash val="solid"/>
              </a:ln>
              <a:effectLst/>
            </p:spPr>
            <p:txBody>
              <a:bodyPr lIns="0" rIns="0" rtlCol="0" anchor="t" anchorCtr="0"/>
              <a:lstStyle/>
              <a:p>
                <a:pPr marL="0" marR="0" lvl="0" indent="0" algn="ctr" defTabSz="1218936"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a:ln>
                      <a:noFill/>
                    </a:ln>
                    <a:solidFill>
                      <a:srgbClr val="FFFFFF">
                        <a:alpha val="99000"/>
                      </a:srgbClr>
                    </a:solidFill>
                    <a:effectLst/>
                    <a:uLnTx/>
                    <a:uFillTx/>
                    <a:ea typeface="Segoe UI" pitchFamily="34" charset="0"/>
                    <a:cs typeface="Segoe UI" pitchFamily="34" charset="0"/>
                  </a:rPr>
                  <a:t>Applications</a:t>
                </a:r>
              </a:p>
            </p:txBody>
          </p:sp>
          <p:sp>
            <p:nvSpPr>
              <p:cNvPr id="87" name="Rectangle 86">
                <a:extLst>
                  <a:ext uri="{FF2B5EF4-FFF2-40B4-BE49-F238E27FC236}">
                    <a16:creationId xmlns:a16="http://schemas.microsoft.com/office/drawing/2014/main" id="{8D9B6949-F625-459A-9BA5-B63E4034D511}"/>
                  </a:ext>
                </a:extLst>
              </p:cNvPr>
              <p:cNvSpPr/>
              <p:nvPr/>
            </p:nvSpPr>
            <p:spPr>
              <a:xfrm>
                <a:off x="9523110" y="5655548"/>
                <a:ext cx="1638240" cy="381000"/>
              </a:xfrm>
              <a:prstGeom prst="rect">
                <a:avLst/>
              </a:prstGeom>
              <a:solidFill>
                <a:srgbClr val="0078D4"/>
              </a:solidFill>
              <a:ln w="9525" cap="flat" cmpd="sng" algn="ctr">
                <a:noFill/>
                <a:prstDash val="solid"/>
              </a:ln>
              <a:effectLst/>
            </p:spPr>
            <p:txBody>
              <a:bodyPr lIns="0" rIns="0" rtlCol="0" anchor="t" anchorCtr="0"/>
              <a:lstStyle/>
              <a:p>
                <a:pPr marL="0" marR="0" lvl="0" indent="0" algn="ctr" defTabSz="1218936"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dirty="0">
                    <a:ln>
                      <a:noFill/>
                    </a:ln>
                    <a:solidFill>
                      <a:srgbClr val="FFFFFF">
                        <a:alpha val="99000"/>
                      </a:srgbClr>
                    </a:solidFill>
                    <a:effectLst/>
                    <a:uLnTx/>
                    <a:uFillTx/>
                    <a:ea typeface="Segoe UI" pitchFamily="34" charset="0"/>
                    <a:cs typeface="Segoe UI" pitchFamily="34" charset="0"/>
                  </a:rPr>
                  <a:t>Storage</a:t>
                </a:r>
              </a:p>
            </p:txBody>
          </p:sp>
        </p:grpSp>
        <p:sp>
          <p:nvSpPr>
            <p:cNvPr id="88" name="Rectangle 87">
              <a:extLst>
                <a:ext uri="{FF2B5EF4-FFF2-40B4-BE49-F238E27FC236}">
                  <a16:creationId xmlns:a16="http://schemas.microsoft.com/office/drawing/2014/main" id="{270780A6-C3BC-4B28-B80A-55BDCDAF9BD7}"/>
                </a:ext>
              </a:extLst>
            </p:cNvPr>
            <p:cNvSpPr/>
            <p:nvPr/>
          </p:nvSpPr>
          <p:spPr bwMode="auto">
            <a:xfrm flipH="1">
              <a:off x="1029060" y="1244462"/>
              <a:ext cx="2179231" cy="4902338"/>
            </a:xfrm>
            <a:prstGeom prst="rect">
              <a:avLst/>
            </a:prstGeom>
            <a:noFill/>
            <a:ln w="9525" cap="flat" cmpd="sng" algn="ctr">
              <a:solidFill>
                <a:srgbClr val="FFFFFF">
                  <a:lumMod val="85000"/>
                </a:srgbClr>
              </a:solidFill>
              <a:prstDash val="solid"/>
              <a:headEnd type="none" w="med" len="med"/>
              <a:tailEnd type="none" w="med" len="med"/>
            </a:ln>
            <a:effectLst/>
          </p:spPr>
          <p:txBody>
            <a:bodyPr vert="horz" wrap="square" lIns="91404" tIns="45703" rIns="91404" bIns="45703" numCol="1" spcCol="0" rtlCol="0" anchor="ctr" anchorCtr="0" compatLnSpc="1">
              <a:prstTxWarp prst="textNoShape">
                <a:avLst/>
              </a:prstTxWarp>
            </a:bodyPr>
            <a:lstStyle/>
            <a:p>
              <a:pPr marL="0" marR="0" lvl="0" indent="0" algn="ctr" defTabSz="913788" eaLnBrk="1" fontAlgn="base" latinLnBrk="0" hangingPunct="1">
                <a:lnSpc>
                  <a:spcPct val="100000"/>
                </a:lnSpc>
                <a:spcBef>
                  <a:spcPct val="0"/>
                </a:spcBef>
                <a:spcAft>
                  <a:spcPct val="0"/>
                </a:spcAft>
                <a:buClrTx/>
                <a:buSzTx/>
                <a:buFontTx/>
                <a:buNone/>
                <a:tabLst/>
                <a:defRPr/>
              </a:pPr>
              <a:endParaRPr kumimoji="0" lang="en-US" sz="2200" b="0" i="0" u="none" strike="noStrike" kern="0" cap="none" spc="0" normalizeH="0" baseline="0" noProof="0" dirty="0">
                <a:ln>
                  <a:noFill/>
                </a:ln>
                <a:gradFill>
                  <a:gsLst>
                    <a:gs pos="0">
                      <a:srgbClr val="FFFFFF"/>
                    </a:gs>
                    <a:gs pos="100000">
                      <a:srgbClr val="FFFFFF"/>
                    </a:gs>
                  </a:gsLst>
                  <a:lin ang="5400000" scaled="0"/>
                </a:gradFill>
                <a:effectLst/>
                <a:highlight>
                  <a:srgbClr val="FFFFFF"/>
                </a:highlight>
                <a:uLnTx/>
                <a:uFillTx/>
                <a:ea typeface="+mn-ea"/>
                <a:cs typeface="+mn-cs"/>
              </a:endParaRPr>
            </a:p>
          </p:txBody>
        </p:sp>
        <p:sp>
          <p:nvSpPr>
            <p:cNvPr id="89" name="Rectangle 88">
              <a:extLst>
                <a:ext uri="{FF2B5EF4-FFF2-40B4-BE49-F238E27FC236}">
                  <a16:creationId xmlns:a16="http://schemas.microsoft.com/office/drawing/2014/main" id="{FBF623C8-468D-4510-B434-5DCDF1CCC938}"/>
                </a:ext>
              </a:extLst>
            </p:cNvPr>
            <p:cNvSpPr/>
            <p:nvPr/>
          </p:nvSpPr>
          <p:spPr>
            <a:xfrm>
              <a:off x="9708339" y="3444110"/>
              <a:ext cx="2299339" cy="381000"/>
            </a:xfrm>
            <a:prstGeom prst="rect">
              <a:avLst/>
            </a:prstGeom>
            <a:solidFill>
              <a:srgbClr val="0078D4"/>
            </a:solidFill>
            <a:ln w="9525" cap="flat" cmpd="sng" algn="ctr">
              <a:noFill/>
              <a:prstDash val="solid"/>
            </a:ln>
            <a:effectLst/>
          </p:spPr>
          <p:txBody>
            <a:bodyPr lIns="0" rIns="0" rtlCol="0" anchor="t" anchorCtr="0"/>
            <a:lstStyle/>
            <a:p>
              <a:pPr marL="0" marR="0" lvl="0" indent="0" algn="ctr" defTabSz="1218936"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a:ln>
                    <a:noFill/>
                  </a:ln>
                  <a:solidFill>
                    <a:srgbClr val="FFFFFF">
                      <a:alpha val="99000"/>
                    </a:srgbClr>
                  </a:solidFill>
                  <a:effectLst/>
                  <a:uLnTx/>
                  <a:uFillTx/>
                  <a:ea typeface="Segoe UI" pitchFamily="34" charset="0"/>
                  <a:cs typeface="Segoe UI" pitchFamily="34" charset="0"/>
                </a:rPr>
                <a:t>Cloud Provider Manages</a:t>
              </a:r>
            </a:p>
          </p:txBody>
        </p:sp>
        <p:sp>
          <p:nvSpPr>
            <p:cNvPr id="90" name="Rectangle 89">
              <a:extLst>
                <a:ext uri="{FF2B5EF4-FFF2-40B4-BE49-F238E27FC236}">
                  <a16:creationId xmlns:a16="http://schemas.microsoft.com/office/drawing/2014/main" id="{E390420B-4D9D-44C4-90AD-3B99FA80B03B}"/>
                </a:ext>
              </a:extLst>
            </p:cNvPr>
            <p:cNvSpPr/>
            <p:nvPr/>
          </p:nvSpPr>
          <p:spPr>
            <a:xfrm>
              <a:off x="9700803" y="2911339"/>
              <a:ext cx="2306875" cy="381000"/>
            </a:xfrm>
            <a:prstGeom prst="rect">
              <a:avLst/>
            </a:prstGeom>
            <a:solidFill>
              <a:srgbClr val="008575"/>
            </a:solidFill>
            <a:ln w="9525" cap="flat" cmpd="sng" algn="ctr">
              <a:solidFill>
                <a:srgbClr val="FFC000">
                  <a:shade val="95000"/>
                  <a:satMod val="105000"/>
                </a:srgbClr>
              </a:solidFill>
              <a:prstDash val="solid"/>
            </a:ln>
            <a:effectLst/>
          </p:spPr>
          <p:txBody>
            <a:bodyPr lIns="0" rIns="0" rtlCol="0" anchor="t" anchorCtr="0"/>
            <a:lstStyle/>
            <a:p>
              <a:pPr marL="0" marR="0" lvl="0" indent="0" algn="ctr" defTabSz="1218936"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a:ln>
                    <a:noFill/>
                  </a:ln>
                  <a:solidFill>
                    <a:srgbClr val="FFFFFF">
                      <a:alpha val="99000"/>
                    </a:srgbClr>
                  </a:solidFill>
                  <a:effectLst/>
                  <a:uLnTx/>
                  <a:uFillTx/>
                  <a:ea typeface="Segoe UI" pitchFamily="34" charset="0"/>
                  <a:cs typeface="Segoe UI" pitchFamily="34" charset="0"/>
                </a:rPr>
                <a:t>You Manage</a:t>
              </a:r>
            </a:p>
          </p:txBody>
        </p:sp>
      </p:grpSp>
    </p:spTree>
    <p:extLst>
      <p:ext uri="{BB962C8B-B14F-4D97-AF65-F5344CB8AC3E}">
        <p14:creationId xmlns:p14="http://schemas.microsoft.com/office/powerpoint/2010/main" val="3820881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F8039-6C38-4EF0-85F2-A923D9224100}"/>
              </a:ext>
            </a:extLst>
          </p:cNvPr>
          <p:cNvSpPr>
            <a:spLocks noGrp="1"/>
          </p:cNvSpPr>
          <p:nvPr>
            <p:ph type="title"/>
          </p:nvPr>
        </p:nvSpPr>
        <p:spPr/>
        <p:txBody>
          <a:bodyPr/>
          <a:lstStyle/>
          <a:p>
            <a:r>
              <a:rPr lang="en-US" dirty="0">
                <a:cs typeface="Segoe UI"/>
              </a:rPr>
              <a:t>Azure Management Tools - Objective Domain</a:t>
            </a:r>
          </a:p>
        </p:txBody>
      </p:sp>
      <p:sp>
        <p:nvSpPr>
          <p:cNvPr id="3" name="Text Placeholder 2">
            <a:extLst>
              <a:ext uri="{FF2B5EF4-FFF2-40B4-BE49-F238E27FC236}">
                <a16:creationId xmlns:a16="http://schemas.microsoft.com/office/drawing/2014/main" id="{73FCDDB7-986A-464D-8EA9-CD6818C49190}"/>
              </a:ext>
            </a:extLst>
          </p:cNvPr>
          <p:cNvSpPr>
            <a:spLocks noGrp="1"/>
          </p:cNvSpPr>
          <p:nvPr>
            <p:ph sz="quarter" idx="10"/>
          </p:nvPr>
        </p:nvSpPr>
        <p:spPr>
          <a:xfrm>
            <a:off x="419100" y="1456897"/>
            <a:ext cx="11340811" cy="3323987"/>
          </a:xfrm>
        </p:spPr>
        <p:txBody>
          <a:bodyPr/>
          <a:lstStyle/>
          <a:p>
            <a:pPr lvl="0" fontAlgn="base"/>
            <a:r>
              <a:rPr lang="en-US" dirty="0">
                <a:latin typeface="+mj-lt"/>
              </a:rPr>
              <a:t>Describe the functionality and usage of:</a:t>
            </a:r>
          </a:p>
          <a:p>
            <a:pPr lvl="0" fontAlgn="base"/>
            <a:endParaRPr lang="en-US" sz="1000" dirty="0">
              <a:latin typeface="+mj-lt"/>
            </a:endParaRPr>
          </a:p>
          <a:p>
            <a:pPr marL="342900" lvl="0" indent="-342900" fontAlgn="base">
              <a:buFont typeface="Arial" panose="020B0604020202020204" pitchFamily="34" charset="0"/>
              <a:buChar char="•"/>
            </a:pPr>
            <a:r>
              <a:rPr lang="en-US" dirty="0">
                <a:latin typeface="+mn-lt"/>
              </a:rPr>
              <a:t>Azure Portal, Azure PowerShell, Azure CLI, Cloud Shell, and Azure Mobile App.</a:t>
            </a:r>
          </a:p>
          <a:p>
            <a:pPr marL="342900" lvl="0" indent="-342900" fontAlgn="base">
              <a:buFont typeface="Arial" panose="020B0604020202020204" pitchFamily="34" charset="0"/>
              <a:buChar char="•"/>
            </a:pPr>
            <a:r>
              <a:rPr lang="en-US" dirty="0">
                <a:latin typeface="+mn-lt"/>
              </a:rPr>
              <a:t>Azure Advisor.</a:t>
            </a:r>
          </a:p>
          <a:p>
            <a:pPr marL="342900" lvl="0" indent="-342900" fontAlgn="base">
              <a:buFont typeface="Arial" panose="020B0604020202020204" pitchFamily="34" charset="0"/>
              <a:buChar char="•"/>
            </a:pPr>
            <a:r>
              <a:rPr lang="en-US" dirty="0">
                <a:latin typeface="+mn-lt"/>
              </a:rPr>
              <a:t>Azure Resource Manager (ARM) templates.</a:t>
            </a:r>
          </a:p>
          <a:p>
            <a:pPr marL="342900" lvl="0" indent="-342900" fontAlgn="base">
              <a:buFont typeface="Arial" panose="020B0604020202020204" pitchFamily="34" charset="0"/>
              <a:buChar char="•"/>
            </a:pPr>
            <a:r>
              <a:rPr lang="en-US" dirty="0">
                <a:latin typeface="+mn-lt"/>
              </a:rPr>
              <a:t>Azure Monitor.</a:t>
            </a:r>
          </a:p>
          <a:p>
            <a:pPr marL="342900" lvl="0" indent="-342900" fontAlgn="base">
              <a:buFont typeface="Arial" panose="020B0604020202020204" pitchFamily="34" charset="0"/>
              <a:buChar char="•"/>
            </a:pPr>
            <a:r>
              <a:rPr lang="en-US" dirty="0">
                <a:latin typeface="+mn-lt"/>
              </a:rPr>
              <a:t>Azure Service Health.</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2376DCD7-4E2C-4AB7-58DE-B1C4CE54836D}"/>
                  </a:ext>
                </a:extLst>
              </p14:cNvPr>
              <p14:cNvContentPartPr/>
              <p14:nvPr/>
            </p14:nvContentPartPr>
            <p14:xfrm>
              <a:off x="3879223" y="2539406"/>
              <a:ext cx="1713600" cy="1389600"/>
            </p14:xfrm>
          </p:contentPart>
        </mc:Choice>
        <mc:Fallback xmlns="">
          <p:pic>
            <p:nvPicPr>
              <p:cNvPr id="4" name="Ink 3">
                <a:extLst>
                  <a:ext uri="{FF2B5EF4-FFF2-40B4-BE49-F238E27FC236}">
                    <a16:creationId xmlns:a16="http://schemas.microsoft.com/office/drawing/2014/main" id="{2376DCD7-4E2C-4AB7-58DE-B1C4CE54836D}"/>
                  </a:ext>
                </a:extLst>
              </p:cNvPr>
              <p:cNvPicPr/>
              <p:nvPr/>
            </p:nvPicPr>
            <p:blipFill>
              <a:blip r:embed="rId4"/>
              <a:stretch>
                <a:fillRect/>
              </a:stretch>
            </p:blipFill>
            <p:spPr>
              <a:xfrm>
                <a:off x="3843583" y="2503406"/>
                <a:ext cx="1785240" cy="1461240"/>
              </a:xfrm>
              <a:prstGeom prst="rect">
                <a:avLst/>
              </a:prstGeom>
            </p:spPr>
          </p:pic>
        </mc:Fallback>
      </mc:AlternateContent>
    </p:spTree>
    <p:extLst>
      <p:ext uri="{BB962C8B-B14F-4D97-AF65-F5344CB8AC3E}">
        <p14:creationId xmlns:p14="http://schemas.microsoft.com/office/powerpoint/2010/main" val="47402857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18643" y="193679"/>
            <a:ext cx="11341268" cy="680196"/>
          </a:xfrm>
        </p:spPr>
        <p:txBody>
          <a:bodyPr>
            <a:normAutofit fontScale="90000"/>
          </a:bodyPr>
          <a:lstStyle/>
          <a:p>
            <a:r>
              <a:rPr lang="en-US" noProof="0" dirty="0"/>
              <a:t>Management tools available in Azure</a:t>
            </a:r>
          </a:p>
        </p:txBody>
      </p:sp>
      <p:grpSp>
        <p:nvGrpSpPr>
          <p:cNvPr id="74" name="Group 73" descr="Set of six management tools in Azure.  They are Azure Portal, PowerShell, the Azure Mobile App, Azure CLI, the REST API, and Azure Cloud Shell.  Each of these can be controlled by Azure Resource Manager.">
            <a:extLst>
              <a:ext uri="{FF2B5EF4-FFF2-40B4-BE49-F238E27FC236}">
                <a16:creationId xmlns:a16="http://schemas.microsoft.com/office/drawing/2014/main" id="{324471E5-3E8A-4B46-8F20-DFFB661DDDCD}"/>
              </a:ext>
            </a:extLst>
          </p:cNvPr>
          <p:cNvGrpSpPr/>
          <p:nvPr/>
        </p:nvGrpSpPr>
        <p:grpSpPr>
          <a:xfrm>
            <a:off x="2093343" y="819979"/>
            <a:ext cx="8005313" cy="4789980"/>
            <a:chOff x="1821873" y="1604513"/>
            <a:chExt cx="8005313" cy="4789980"/>
          </a:xfrm>
        </p:grpSpPr>
        <p:grpSp>
          <p:nvGrpSpPr>
            <p:cNvPr id="60" name="Group 59">
              <a:extLst>
                <a:ext uri="{FF2B5EF4-FFF2-40B4-BE49-F238E27FC236}">
                  <a16:creationId xmlns:a16="http://schemas.microsoft.com/office/drawing/2014/main" id="{DAD365CD-FCE8-4DBC-B51F-A8E0F6BCAADB}"/>
                </a:ext>
              </a:extLst>
            </p:cNvPr>
            <p:cNvGrpSpPr/>
            <p:nvPr/>
          </p:nvGrpSpPr>
          <p:grpSpPr>
            <a:xfrm>
              <a:off x="1821873" y="1604513"/>
              <a:ext cx="8005313" cy="3573142"/>
              <a:chOff x="68768" y="1715807"/>
              <a:chExt cx="8005313" cy="3573142"/>
            </a:xfrm>
          </p:grpSpPr>
          <p:sp>
            <p:nvSpPr>
              <p:cNvPr id="58" name="Rectangle 57">
                <a:extLst>
                  <a:ext uri="{FF2B5EF4-FFF2-40B4-BE49-F238E27FC236}">
                    <a16:creationId xmlns:a16="http://schemas.microsoft.com/office/drawing/2014/main" id="{4375CE31-64D8-4B50-8050-487084DA42DA}"/>
                  </a:ext>
                </a:extLst>
              </p:cNvPr>
              <p:cNvSpPr/>
              <p:nvPr/>
            </p:nvSpPr>
            <p:spPr bwMode="auto">
              <a:xfrm>
                <a:off x="68768" y="1715807"/>
                <a:ext cx="8005313" cy="3573142"/>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nvGrpSpPr>
              <p:cNvPr id="44" name="Group 43">
                <a:extLst>
                  <a:ext uri="{FF2B5EF4-FFF2-40B4-BE49-F238E27FC236}">
                    <a16:creationId xmlns:a16="http://schemas.microsoft.com/office/drawing/2014/main" id="{88B05BAD-A613-4F10-A713-184BFD26A54C}"/>
                  </a:ext>
                </a:extLst>
              </p:cNvPr>
              <p:cNvGrpSpPr/>
              <p:nvPr/>
            </p:nvGrpSpPr>
            <p:grpSpPr>
              <a:xfrm>
                <a:off x="460859" y="1861195"/>
                <a:ext cx="7423828" cy="3343156"/>
                <a:chOff x="754157" y="2068229"/>
                <a:chExt cx="7423828" cy="3343156"/>
              </a:xfrm>
            </p:grpSpPr>
            <p:grpSp>
              <p:nvGrpSpPr>
                <p:cNvPr id="33" name="Group 32">
                  <a:extLst>
                    <a:ext uri="{FF2B5EF4-FFF2-40B4-BE49-F238E27FC236}">
                      <a16:creationId xmlns:a16="http://schemas.microsoft.com/office/drawing/2014/main" id="{6730CDC1-F8DD-47AF-9809-B980CE41AE36}"/>
                    </a:ext>
                  </a:extLst>
                </p:cNvPr>
                <p:cNvGrpSpPr/>
                <p:nvPr/>
              </p:nvGrpSpPr>
              <p:grpSpPr>
                <a:xfrm>
                  <a:off x="754157" y="2075609"/>
                  <a:ext cx="3610566" cy="960262"/>
                  <a:chOff x="3790898" y="5423282"/>
                  <a:chExt cx="3610566" cy="960262"/>
                </a:xfrm>
              </p:grpSpPr>
              <p:sp>
                <p:nvSpPr>
                  <p:cNvPr id="19" name="Rectangle: Rounded Corners 18">
                    <a:extLst>
                      <a:ext uri="{FF2B5EF4-FFF2-40B4-BE49-F238E27FC236}">
                        <a16:creationId xmlns:a16="http://schemas.microsoft.com/office/drawing/2014/main" id="{1D3C3C88-54BE-465C-AB55-64867C5DA18F}"/>
                      </a:ext>
                    </a:extLst>
                  </p:cNvPr>
                  <p:cNvSpPr/>
                  <p:nvPr/>
                </p:nvSpPr>
                <p:spPr bwMode="auto">
                  <a:xfrm>
                    <a:off x="3790898" y="5423282"/>
                    <a:ext cx="3610566" cy="960262"/>
                  </a:xfrm>
                  <a:prstGeom prst="roundRect">
                    <a:avLst/>
                  </a:prstGeom>
                  <a:solidFill>
                    <a:schemeClr val="bg1">
                      <a:lumMod val="8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solidFill>
                        <a:schemeClr val="tx1"/>
                      </a:solidFill>
                      <a:ea typeface="Segoe UI" pitchFamily="34" charset="0"/>
                      <a:cs typeface="Segoe UI" pitchFamily="34" charset="0"/>
                    </a:endParaRPr>
                  </a:p>
                </p:txBody>
              </p:sp>
              <p:pic>
                <p:nvPicPr>
                  <p:cNvPr id="18" name="Graphic 17">
                    <a:extLst>
                      <a:ext uri="{FF2B5EF4-FFF2-40B4-BE49-F238E27FC236}">
                        <a16:creationId xmlns:a16="http://schemas.microsoft.com/office/drawing/2014/main" id="{A8DC1268-EB17-4E65-BDA6-F12DA9E80A8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00346" y="5466459"/>
                    <a:ext cx="859148" cy="859148"/>
                  </a:xfrm>
                  <a:prstGeom prst="rect">
                    <a:avLst/>
                  </a:prstGeom>
                </p:spPr>
              </p:pic>
              <p:sp>
                <p:nvSpPr>
                  <p:cNvPr id="20" name="TextBox 19">
                    <a:extLst>
                      <a:ext uri="{FF2B5EF4-FFF2-40B4-BE49-F238E27FC236}">
                        <a16:creationId xmlns:a16="http://schemas.microsoft.com/office/drawing/2014/main" id="{5DC6600A-6A3F-4661-9205-35DFC8C67378}"/>
                      </a:ext>
                    </a:extLst>
                  </p:cNvPr>
                  <p:cNvSpPr txBox="1"/>
                  <p:nvPr/>
                </p:nvSpPr>
                <p:spPr>
                  <a:xfrm>
                    <a:off x="4376469" y="5589481"/>
                    <a:ext cx="3024995" cy="627864"/>
                  </a:xfrm>
                  <a:prstGeom prst="rect">
                    <a:avLst/>
                  </a:prstGeom>
                  <a:noFill/>
                </p:spPr>
                <p:txBody>
                  <a:bodyPr wrap="square" lIns="182880" tIns="146304" rIns="182880" bIns="146304" rtlCol="0">
                    <a:spAutoFit/>
                  </a:bodyPr>
                  <a:lstStyle/>
                  <a:p>
                    <a:pPr algn="ctr">
                      <a:lnSpc>
                        <a:spcPct val="90000"/>
                      </a:lnSpc>
                      <a:spcAft>
                        <a:spcPts val="600"/>
                      </a:spcAft>
                    </a:pPr>
                    <a:r>
                      <a:rPr lang="en-US" sz="2400">
                        <a:gradFill>
                          <a:gsLst>
                            <a:gs pos="2917">
                              <a:schemeClr val="tx1"/>
                            </a:gs>
                            <a:gs pos="30000">
                              <a:schemeClr val="tx1"/>
                            </a:gs>
                          </a:gsLst>
                          <a:lin ang="5400000" scaled="0"/>
                        </a:gradFill>
                      </a:rPr>
                      <a:t>Azure Portal</a:t>
                    </a:r>
                  </a:p>
                </p:txBody>
              </p:sp>
            </p:grpSp>
            <p:grpSp>
              <p:nvGrpSpPr>
                <p:cNvPr id="35" name="Group 34">
                  <a:extLst>
                    <a:ext uri="{FF2B5EF4-FFF2-40B4-BE49-F238E27FC236}">
                      <a16:creationId xmlns:a16="http://schemas.microsoft.com/office/drawing/2014/main" id="{A18D80B7-41DA-4FC3-86DE-684CB54AF0FF}"/>
                    </a:ext>
                  </a:extLst>
                </p:cNvPr>
                <p:cNvGrpSpPr/>
                <p:nvPr/>
              </p:nvGrpSpPr>
              <p:grpSpPr>
                <a:xfrm>
                  <a:off x="4539555" y="3238525"/>
                  <a:ext cx="3638430" cy="1001570"/>
                  <a:chOff x="3809041" y="5387870"/>
                  <a:chExt cx="3638430" cy="1001570"/>
                </a:xfrm>
              </p:grpSpPr>
              <p:sp>
                <p:nvSpPr>
                  <p:cNvPr id="36" name="Rectangle: Rounded Corners 35">
                    <a:extLst>
                      <a:ext uri="{FF2B5EF4-FFF2-40B4-BE49-F238E27FC236}">
                        <a16:creationId xmlns:a16="http://schemas.microsoft.com/office/drawing/2014/main" id="{0B63F06B-36BD-4B03-A91A-A4911ABF52F5}"/>
                      </a:ext>
                    </a:extLst>
                  </p:cNvPr>
                  <p:cNvSpPr/>
                  <p:nvPr/>
                </p:nvSpPr>
                <p:spPr bwMode="auto">
                  <a:xfrm>
                    <a:off x="3809041" y="5429178"/>
                    <a:ext cx="3610566" cy="960262"/>
                  </a:xfrm>
                  <a:prstGeom prst="roundRect">
                    <a:avLst/>
                  </a:prstGeom>
                  <a:solidFill>
                    <a:schemeClr val="bg1">
                      <a:lumMod val="8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solidFill>
                        <a:schemeClr val="tx1"/>
                      </a:solidFill>
                      <a:ea typeface="Segoe UI" pitchFamily="34" charset="0"/>
                      <a:cs typeface="Segoe UI" pitchFamily="34" charset="0"/>
                    </a:endParaRPr>
                  </a:p>
                </p:txBody>
              </p:sp>
              <p:pic>
                <p:nvPicPr>
                  <p:cNvPr id="37" name="Graphic 36">
                    <a:extLst>
                      <a:ext uri="{FF2B5EF4-FFF2-40B4-BE49-F238E27FC236}">
                        <a16:creationId xmlns:a16="http://schemas.microsoft.com/office/drawing/2014/main" id="{698A36FD-A495-4345-AB6E-8A203D2A94A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3900346" y="5466459"/>
                    <a:ext cx="859148" cy="859148"/>
                  </a:xfrm>
                  <a:prstGeom prst="rect">
                    <a:avLst/>
                  </a:prstGeom>
                </p:spPr>
              </p:pic>
              <p:sp>
                <p:nvSpPr>
                  <p:cNvPr id="38" name="TextBox 37">
                    <a:extLst>
                      <a:ext uri="{FF2B5EF4-FFF2-40B4-BE49-F238E27FC236}">
                        <a16:creationId xmlns:a16="http://schemas.microsoft.com/office/drawing/2014/main" id="{EBEDE8DC-D815-4D2F-BE04-CBAE05A5BBAB}"/>
                      </a:ext>
                    </a:extLst>
                  </p:cNvPr>
                  <p:cNvSpPr txBox="1"/>
                  <p:nvPr/>
                </p:nvSpPr>
                <p:spPr>
                  <a:xfrm>
                    <a:off x="4376469" y="5387870"/>
                    <a:ext cx="3071002" cy="960263"/>
                  </a:xfrm>
                  <a:prstGeom prst="rect">
                    <a:avLst/>
                  </a:prstGeom>
                  <a:noFill/>
                </p:spPr>
                <p:txBody>
                  <a:bodyPr wrap="square" lIns="182880" tIns="146304" rIns="182880" bIns="146304" rtlCol="0">
                    <a:spAutoFit/>
                  </a:bodyPr>
                  <a:lstStyle/>
                  <a:p>
                    <a:pPr algn="ctr">
                      <a:lnSpc>
                        <a:spcPct val="90000"/>
                      </a:lnSpc>
                      <a:spcAft>
                        <a:spcPts val="600"/>
                      </a:spcAft>
                    </a:pPr>
                    <a:r>
                      <a:rPr lang="en-US" sz="2400">
                        <a:gradFill>
                          <a:gsLst>
                            <a:gs pos="2917">
                              <a:schemeClr val="tx1"/>
                            </a:gs>
                            <a:gs pos="30000">
                              <a:schemeClr val="tx1"/>
                            </a:gs>
                          </a:gsLst>
                          <a:lin ang="5400000" scaled="0"/>
                        </a:gradFill>
                      </a:rPr>
                      <a:t>Command-Line Interface (CLI) </a:t>
                    </a:r>
                  </a:p>
                </p:txBody>
              </p:sp>
            </p:grpSp>
            <p:grpSp>
              <p:nvGrpSpPr>
                <p:cNvPr id="39" name="Group 38">
                  <a:extLst>
                    <a:ext uri="{FF2B5EF4-FFF2-40B4-BE49-F238E27FC236}">
                      <a16:creationId xmlns:a16="http://schemas.microsoft.com/office/drawing/2014/main" id="{A857370F-0707-4B93-A0BC-6D7DCF7525D3}"/>
                    </a:ext>
                  </a:extLst>
                </p:cNvPr>
                <p:cNvGrpSpPr/>
                <p:nvPr/>
              </p:nvGrpSpPr>
              <p:grpSpPr>
                <a:xfrm>
                  <a:off x="4521413" y="2068229"/>
                  <a:ext cx="3610566" cy="960262"/>
                  <a:chOff x="3790898" y="5423282"/>
                  <a:chExt cx="3610566" cy="960262"/>
                </a:xfrm>
              </p:grpSpPr>
              <p:sp>
                <p:nvSpPr>
                  <p:cNvPr id="40" name="Rectangle: Rounded Corners 39">
                    <a:extLst>
                      <a:ext uri="{FF2B5EF4-FFF2-40B4-BE49-F238E27FC236}">
                        <a16:creationId xmlns:a16="http://schemas.microsoft.com/office/drawing/2014/main" id="{40195766-F6A8-44BF-927B-82F54EA40D2D}"/>
                      </a:ext>
                    </a:extLst>
                  </p:cNvPr>
                  <p:cNvSpPr/>
                  <p:nvPr/>
                </p:nvSpPr>
                <p:spPr bwMode="auto">
                  <a:xfrm>
                    <a:off x="3790898" y="5423282"/>
                    <a:ext cx="3610566" cy="960262"/>
                  </a:xfrm>
                  <a:prstGeom prst="roundRect">
                    <a:avLst/>
                  </a:prstGeom>
                  <a:solidFill>
                    <a:schemeClr val="bg1">
                      <a:lumMod val="8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solidFill>
                        <a:schemeClr val="tx1"/>
                      </a:solidFill>
                      <a:ea typeface="Segoe UI" pitchFamily="34" charset="0"/>
                      <a:cs typeface="Segoe UI" pitchFamily="34" charset="0"/>
                    </a:endParaRPr>
                  </a:p>
                </p:txBody>
              </p:sp>
              <p:pic>
                <p:nvPicPr>
                  <p:cNvPr id="41" name="Graphic 40">
                    <a:extLst>
                      <a:ext uri="{FF2B5EF4-FFF2-40B4-BE49-F238E27FC236}">
                        <a16:creationId xmlns:a16="http://schemas.microsoft.com/office/drawing/2014/main" id="{2EA3B29A-C381-4F12-8FBA-8DD901BA496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3900346" y="5466459"/>
                    <a:ext cx="859148" cy="859148"/>
                  </a:xfrm>
                  <a:prstGeom prst="rect">
                    <a:avLst/>
                  </a:prstGeom>
                </p:spPr>
              </p:pic>
              <p:sp>
                <p:nvSpPr>
                  <p:cNvPr id="42" name="TextBox 41">
                    <a:extLst>
                      <a:ext uri="{FF2B5EF4-FFF2-40B4-BE49-F238E27FC236}">
                        <a16:creationId xmlns:a16="http://schemas.microsoft.com/office/drawing/2014/main" id="{3939993E-305E-435B-A393-17804AFA5077}"/>
                      </a:ext>
                    </a:extLst>
                  </p:cNvPr>
                  <p:cNvSpPr txBox="1"/>
                  <p:nvPr/>
                </p:nvSpPr>
                <p:spPr>
                  <a:xfrm>
                    <a:off x="4551437" y="5589481"/>
                    <a:ext cx="2850027" cy="627864"/>
                  </a:xfrm>
                  <a:prstGeom prst="rect">
                    <a:avLst/>
                  </a:prstGeom>
                  <a:noFill/>
                </p:spPr>
                <p:txBody>
                  <a:bodyPr wrap="square" lIns="182880" tIns="146304" rIns="182880" bIns="146304" rtlCol="0">
                    <a:spAutoFit/>
                  </a:bodyPr>
                  <a:lstStyle/>
                  <a:p>
                    <a:pPr algn="ctr">
                      <a:lnSpc>
                        <a:spcPct val="90000"/>
                      </a:lnSpc>
                      <a:spcAft>
                        <a:spcPts val="600"/>
                      </a:spcAft>
                    </a:pPr>
                    <a:r>
                      <a:rPr lang="en-US" sz="2400">
                        <a:gradFill>
                          <a:gsLst>
                            <a:gs pos="2917">
                              <a:schemeClr val="tx1"/>
                            </a:gs>
                            <a:gs pos="30000">
                              <a:schemeClr val="tx1"/>
                            </a:gs>
                          </a:gsLst>
                          <a:lin ang="5400000" scaled="0"/>
                        </a:gradFill>
                      </a:rPr>
                      <a:t>Azure PowerShell</a:t>
                    </a:r>
                  </a:p>
                </p:txBody>
              </p:sp>
            </p:grpSp>
            <p:grpSp>
              <p:nvGrpSpPr>
                <p:cNvPr id="45" name="Group 44">
                  <a:extLst>
                    <a:ext uri="{FF2B5EF4-FFF2-40B4-BE49-F238E27FC236}">
                      <a16:creationId xmlns:a16="http://schemas.microsoft.com/office/drawing/2014/main" id="{F27606A3-2E17-4A4A-A99E-632AD85A7E7A}"/>
                    </a:ext>
                  </a:extLst>
                </p:cNvPr>
                <p:cNvGrpSpPr/>
                <p:nvPr/>
              </p:nvGrpSpPr>
              <p:grpSpPr>
                <a:xfrm>
                  <a:off x="4521412" y="4443743"/>
                  <a:ext cx="3610566" cy="960262"/>
                  <a:chOff x="3790898" y="5423282"/>
                  <a:chExt cx="3610566" cy="960262"/>
                </a:xfrm>
              </p:grpSpPr>
              <p:sp>
                <p:nvSpPr>
                  <p:cNvPr id="46" name="Rectangle: Rounded Corners 45">
                    <a:extLst>
                      <a:ext uri="{FF2B5EF4-FFF2-40B4-BE49-F238E27FC236}">
                        <a16:creationId xmlns:a16="http://schemas.microsoft.com/office/drawing/2014/main" id="{E56129BC-8D83-4788-9B0F-24995714A77D}"/>
                      </a:ext>
                    </a:extLst>
                  </p:cNvPr>
                  <p:cNvSpPr/>
                  <p:nvPr/>
                </p:nvSpPr>
                <p:spPr bwMode="auto">
                  <a:xfrm>
                    <a:off x="3790898" y="5423282"/>
                    <a:ext cx="3610566" cy="960262"/>
                  </a:xfrm>
                  <a:prstGeom prst="roundRect">
                    <a:avLst/>
                  </a:prstGeom>
                  <a:solidFill>
                    <a:schemeClr val="bg1">
                      <a:lumMod val="8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solidFill>
                        <a:schemeClr val="tx1"/>
                      </a:solidFill>
                      <a:ea typeface="Segoe UI" pitchFamily="34" charset="0"/>
                      <a:cs typeface="Segoe UI" pitchFamily="34" charset="0"/>
                    </a:endParaRPr>
                  </a:p>
                </p:txBody>
              </p:sp>
              <p:pic>
                <p:nvPicPr>
                  <p:cNvPr id="47" name="Graphic 46">
                    <a:extLst>
                      <a:ext uri="{FF2B5EF4-FFF2-40B4-BE49-F238E27FC236}">
                        <a16:creationId xmlns:a16="http://schemas.microsoft.com/office/drawing/2014/main" id="{9F9F060C-F59F-469D-876D-65E060D5412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3900346" y="5466459"/>
                    <a:ext cx="859148" cy="859148"/>
                  </a:xfrm>
                  <a:prstGeom prst="rect">
                    <a:avLst/>
                  </a:prstGeom>
                </p:spPr>
              </p:pic>
              <p:sp>
                <p:nvSpPr>
                  <p:cNvPr id="48" name="TextBox 47">
                    <a:extLst>
                      <a:ext uri="{FF2B5EF4-FFF2-40B4-BE49-F238E27FC236}">
                        <a16:creationId xmlns:a16="http://schemas.microsoft.com/office/drawing/2014/main" id="{98688D32-6A2E-489E-960B-7F2C31CCC512}"/>
                      </a:ext>
                    </a:extLst>
                  </p:cNvPr>
                  <p:cNvSpPr txBox="1"/>
                  <p:nvPr/>
                </p:nvSpPr>
                <p:spPr>
                  <a:xfrm>
                    <a:off x="4551437" y="5589481"/>
                    <a:ext cx="2850027" cy="627864"/>
                  </a:xfrm>
                  <a:prstGeom prst="rect">
                    <a:avLst/>
                  </a:prstGeom>
                  <a:noFill/>
                </p:spPr>
                <p:txBody>
                  <a:bodyPr wrap="square" lIns="182880" tIns="146304" rIns="182880" bIns="146304" rtlCol="0">
                    <a:spAutoFit/>
                  </a:bodyPr>
                  <a:lstStyle/>
                  <a:p>
                    <a:pPr algn="ctr">
                      <a:lnSpc>
                        <a:spcPct val="90000"/>
                      </a:lnSpc>
                      <a:spcAft>
                        <a:spcPts val="600"/>
                      </a:spcAft>
                    </a:pPr>
                    <a:r>
                      <a:rPr lang="en-US" sz="2400">
                        <a:gradFill>
                          <a:gsLst>
                            <a:gs pos="2917">
                              <a:schemeClr val="tx1"/>
                            </a:gs>
                            <a:gs pos="30000">
                              <a:schemeClr val="tx1"/>
                            </a:gs>
                          </a:gsLst>
                          <a:lin ang="5400000" scaled="0"/>
                        </a:gradFill>
                      </a:rPr>
                      <a:t>Azure Cloud Shell</a:t>
                    </a:r>
                  </a:p>
                </p:txBody>
              </p:sp>
            </p:grpSp>
            <p:grpSp>
              <p:nvGrpSpPr>
                <p:cNvPr id="50" name="Group 49">
                  <a:extLst>
                    <a:ext uri="{FF2B5EF4-FFF2-40B4-BE49-F238E27FC236}">
                      <a16:creationId xmlns:a16="http://schemas.microsoft.com/office/drawing/2014/main" id="{D0827787-DF8F-44EB-9833-993452FF1CAB}"/>
                    </a:ext>
                  </a:extLst>
                </p:cNvPr>
                <p:cNvGrpSpPr/>
                <p:nvPr/>
              </p:nvGrpSpPr>
              <p:grpSpPr>
                <a:xfrm>
                  <a:off x="754157" y="3263611"/>
                  <a:ext cx="3610566" cy="960262"/>
                  <a:chOff x="3790898" y="5423282"/>
                  <a:chExt cx="3610566" cy="960262"/>
                </a:xfrm>
              </p:grpSpPr>
              <p:sp>
                <p:nvSpPr>
                  <p:cNvPr id="51" name="Rectangle: Rounded Corners 50">
                    <a:extLst>
                      <a:ext uri="{FF2B5EF4-FFF2-40B4-BE49-F238E27FC236}">
                        <a16:creationId xmlns:a16="http://schemas.microsoft.com/office/drawing/2014/main" id="{F5FA1CB2-6944-47B4-9244-083109F05CAA}"/>
                      </a:ext>
                    </a:extLst>
                  </p:cNvPr>
                  <p:cNvSpPr/>
                  <p:nvPr/>
                </p:nvSpPr>
                <p:spPr bwMode="auto">
                  <a:xfrm>
                    <a:off x="3790898" y="5423282"/>
                    <a:ext cx="3610566" cy="960262"/>
                  </a:xfrm>
                  <a:prstGeom prst="roundRect">
                    <a:avLst/>
                  </a:prstGeom>
                  <a:solidFill>
                    <a:schemeClr val="bg1">
                      <a:lumMod val="8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solidFill>
                        <a:schemeClr val="tx1"/>
                      </a:solidFill>
                      <a:ea typeface="Segoe UI" pitchFamily="34" charset="0"/>
                      <a:cs typeface="Segoe UI" pitchFamily="34" charset="0"/>
                    </a:endParaRPr>
                  </a:p>
                </p:txBody>
              </p:sp>
              <p:pic>
                <p:nvPicPr>
                  <p:cNvPr id="52" name="Graphic 51">
                    <a:extLst>
                      <a:ext uri="{FF2B5EF4-FFF2-40B4-BE49-F238E27FC236}">
                        <a16:creationId xmlns:a16="http://schemas.microsoft.com/office/drawing/2014/main" id="{320841DF-4877-410C-852E-379E21E7AA11}"/>
                      </a:ext>
                    </a:extLst>
                  </p:cNvPr>
                  <p:cNvPicPr>
                    <a:picLocks noChangeAspect="1"/>
                  </p:cNvPicPr>
                  <p:nvPr/>
                </p:nvPicPr>
                <p:blipFill rotWithShape="1">
                  <a:blip r:embed="rId11">
                    <a:extLst>
                      <a:ext uri="{28A0092B-C50C-407E-A947-70E740481C1C}">
                        <a14:useLocalDpi xmlns:a14="http://schemas.microsoft.com/office/drawing/2010/main" val="0"/>
                      </a:ext>
                    </a:extLst>
                  </a:blip>
                  <a:srcRect l="16020" r="13695"/>
                  <a:stretch/>
                </p:blipFill>
                <p:spPr>
                  <a:xfrm>
                    <a:off x="3947587" y="5519865"/>
                    <a:ext cx="603850" cy="767096"/>
                  </a:xfrm>
                  <a:prstGeom prst="rect">
                    <a:avLst/>
                  </a:prstGeom>
                </p:spPr>
              </p:pic>
              <p:sp>
                <p:nvSpPr>
                  <p:cNvPr id="53" name="TextBox 52">
                    <a:extLst>
                      <a:ext uri="{FF2B5EF4-FFF2-40B4-BE49-F238E27FC236}">
                        <a16:creationId xmlns:a16="http://schemas.microsoft.com/office/drawing/2014/main" id="{013F7441-F319-4E92-B9BC-485CC95ABE62}"/>
                      </a:ext>
                    </a:extLst>
                  </p:cNvPr>
                  <p:cNvSpPr txBox="1"/>
                  <p:nvPr/>
                </p:nvSpPr>
                <p:spPr>
                  <a:xfrm>
                    <a:off x="4551437" y="5589481"/>
                    <a:ext cx="2850027" cy="627864"/>
                  </a:xfrm>
                  <a:prstGeom prst="rect">
                    <a:avLst/>
                  </a:prstGeom>
                  <a:noFill/>
                </p:spPr>
                <p:txBody>
                  <a:bodyPr wrap="square" lIns="182880" tIns="146304" rIns="182880" bIns="146304" rtlCol="0">
                    <a:spAutoFit/>
                  </a:bodyPr>
                  <a:lstStyle/>
                  <a:p>
                    <a:pPr algn="ctr">
                      <a:lnSpc>
                        <a:spcPct val="90000"/>
                      </a:lnSpc>
                      <a:spcAft>
                        <a:spcPts val="600"/>
                      </a:spcAft>
                    </a:pPr>
                    <a:r>
                      <a:rPr lang="en-US" sz="2400">
                        <a:gradFill>
                          <a:gsLst>
                            <a:gs pos="2917">
                              <a:schemeClr val="tx1"/>
                            </a:gs>
                            <a:gs pos="30000">
                              <a:schemeClr val="tx1"/>
                            </a:gs>
                          </a:gsLst>
                          <a:lin ang="5400000" scaled="0"/>
                        </a:gradFill>
                      </a:rPr>
                      <a:t>Azure Mobile App</a:t>
                    </a:r>
                  </a:p>
                </p:txBody>
              </p:sp>
            </p:grpSp>
            <p:grpSp>
              <p:nvGrpSpPr>
                <p:cNvPr id="54" name="Group 53">
                  <a:extLst>
                    <a:ext uri="{FF2B5EF4-FFF2-40B4-BE49-F238E27FC236}">
                      <a16:creationId xmlns:a16="http://schemas.microsoft.com/office/drawing/2014/main" id="{75D837DB-F902-4558-A799-2578938F3803}"/>
                    </a:ext>
                  </a:extLst>
                </p:cNvPr>
                <p:cNvGrpSpPr/>
                <p:nvPr/>
              </p:nvGrpSpPr>
              <p:grpSpPr>
                <a:xfrm>
                  <a:off x="754157" y="4451123"/>
                  <a:ext cx="3610566" cy="960262"/>
                  <a:chOff x="3790898" y="5423282"/>
                  <a:chExt cx="3610566" cy="960262"/>
                </a:xfrm>
              </p:grpSpPr>
              <p:sp>
                <p:nvSpPr>
                  <p:cNvPr id="55" name="Rectangle: Rounded Corners 54">
                    <a:extLst>
                      <a:ext uri="{FF2B5EF4-FFF2-40B4-BE49-F238E27FC236}">
                        <a16:creationId xmlns:a16="http://schemas.microsoft.com/office/drawing/2014/main" id="{7975503E-7D19-45DA-8636-46D9123A74A1}"/>
                      </a:ext>
                    </a:extLst>
                  </p:cNvPr>
                  <p:cNvSpPr/>
                  <p:nvPr/>
                </p:nvSpPr>
                <p:spPr bwMode="auto">
                  <a:xfrm>
                    <a:off x="3790898" y="5423282"/>
                    <a:ext cx="3610566" cy="960262"/>
                  </a:xfrm>
                  <a:prstGeom prst="roundRect">
                    <a:avLst/>
                  </a:prstGeom>
                  <a:solidFill>
                    <a:schemeClr val="bg1">
                      <a:lumMod val="8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solidFill>
                        <a:schemeClr val="tx1"/>
                      </a:solidFill>
                      <a:ea typeface="Segoe UI" pitchFamily="34" charset="0"/>
                      <a:cs typeface="Segoe UI" pitchFamily="34" charset="0"/>
                    </a:endParaRPr>
                  </a:p>
                </p:txBody>
              </p:sp>
              <p:pic>
                <p:nvPicPr>
                  <p:cNvPr id="56" name="Graphic 55">
                    <a:extLst>
                      <a:ext uri="{FF2B5EF4-FFF2-40B4-BE49-F238E27FC236}">
                        <a16:creationId xmlns:a16="http://schemas.microsoft.com/office/drawing/2014/main" id="{D731D8F5-AEBF-4D00-82FB-6C4186E460E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p:blipFill>
                <p:spPr>
                  <a:xfrm>
                    <a:off x="3832870" y="5473839"/>
                    <a:ext cx="814096" cy="814096"/>
                  </a:xfrm>
                  <a:prstGeom prst="rect">
                    <a:avLst/>
                  </a:prstGeom>
                </p:spPr>
              </p:pic>
              <p:sp>
                <p:nvSpPr>
                  <p:cNvPr id="57" name="TextBox 56">
                    <a:extLst>
                      <a:ext uri="{FF2B5EF4-FFF2-40B4-BE49-F238E27FC236}">
                        <a16:creationId xmlns:a16="http://schemas.microsoft.com/office/drawing/2014/main" id="{560CDE64-BC6D-460D-9A2D-734D70050A89}"/>
                      </a:ext>
                    </a:extLst>
                  </p:cNvPr>
                  <p:cNvSpPr txBox="1"/>
                  <p:nvPr/>
                </p:nvSpPr>
                <p:spPr>
                  <a:xfrm>
                    <a:off x="4267020" y="5596861"/>
                    <a:ext cx="3024995" cy="627864"/>
                  </a:xfrm>
                  <a:prstGeom prst="rect">
                    <a:avLst/>
                  </a:prstGeom>
                  <a:noFill/>
                </p:spPr>
                <p:txBody>
                  <a:bodyPr wrap="square" lIns="182880" tIns="146304" rIns="182880" bIns="146304" rtlCol="0">
                    <a:spAutoFit/>
                  </a:bodyPr>
                  <a:lstStyle/>
                  <a:p>
                    <a:pPr algn="ctr">
                      <a:lnSpc>
                        <a:spcPct val="90000"/>
                      </a:lnSpc>
                      <a:spcAft>
                        <a:spcPts val="600"/>
                      </a:spcAft>
                    </a:pPr>
                    <a:r>
                      <a:rPr lang="en-US" sz="2400">
                        <a:gradFill>
                          <a:gsLst>
                            <a:gs pos="2917">
                              <a:schemeClr val="tx1"/>
                            </a:gs>
                            <a:gs pos="30000">
                              <a:schemeClr val="tx1"/>
                            </a:gs>
                          </a:gsLst>
                          <a:lin ang="5400000" scaled="0"/>
                        </a:gradFill>
                      </a:rPr>
                      <a:t>Azure REST API</a:t>
                    </a:r>
                  </a:p>
                </p:txBody>
              </p:sp>
            </p:grpSp>
          </p:grpSp>
        </p:grpSp>
        <p:sp>
          <p:nvSpPr>
            <p:cNvPr id="63" name="Arrow: Right 62">
              <a:extLst>
                <a:ext uri="{FF2B5EF4-FFF2-40B4-BE49-F238E27FC236}">
                  <a16:creationId xmlns:a16="http://schemas.microsoft.com/office/drawing/2014/main" id="{8F1E8D2A-2F4E-4C1A-9D99-7588882FCEF8}"/>
                </a:ext>
              </a:extLst>
            </p:cNvPr>
            <p:cNvSpPr/>
            <p:nvPr/>
          </p:nvSpPr>
          <p:spPr bwMode="auto">
            <a:xfrm rot="5400000" flipV="1">
              <a:off x="5698970" y="5206765"/>
              <a:ext cx="343272" cy="311050"/>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nvGrpSpPr>
            <p:cNvPr id="73" name="Group 72">
              <a:extLst>
                <a:ext uri="{FF2B5EF4-FFF2-40B4-BE49-F238E27FC236}">
                  <a16:creationId xmlns:a16="http://schemas.microsoft.com/office/drawing/2014/main" id="{BE46648E-5D88-4307-8F3C-20936004759D}"/>
                </a:ext>
              </a:extLst>
            </p:cNvPr>
            <p:cNvGrpSpPr/>
            <p:nvPr/>
          </p:nvGrpSpPr>
          <p:grpSpPr>
            <a:xfrm>
              <a:off x="3935785" y="5498410"/>
              <a:ext cx="3777504" cy="896083"/>
              <a:chOff x="3388177" y="5515213"/>
              <a:chExt cx="3777504" cy="896083"/>
            </a:xfrm>
          </p:grpSpPr>
          <p:grpSp>
            <p:nvGrpSpPr>
              <p:cNvPr id="69" name="Group 68">
                <a:extLst>
                  <a:ext uri="{FF2B5EF4-FFF2-40B4-BE49-F238E27FC236}">
                    <a16:creationId xmlns:a16="http://schemas.microsoft.com/office/drawing/2014/main" id="{54FE7E7E-A594-404A-A35C-5229C8516F26}"/>
                  </a:ext>
                </a:extLst>
              </p:cNvPr>
              <p:cNvGrpSpPr/>
              <p:nvPr/>
            </p:nvGrpSpPr>
            <p:grpSpPr>
              <a:xfrm rot="5400000">
                <a:off x="4828887" y="4074503"/>
                <a:ext cx="896083" cy="3777504"/>
                <a:chOff x="9213887" y="1566895"/>
                <a:chExt cx="1282588" cy="4294754"/>
              </a:xfrm>
            </p:grpSpPr>
            <p:sp>
              <p:nvSpPr>
                <p:cNvPr id="64" name="Rectangle 63">
                  <a:extLst>
                    <a:ext uri="{FF2B5EF4-FFF2-40B4-BE49-F238E27FC236}">
                      <a16:creationId xmlns:a16="http://schemas.microsoft.com/office/drawing/2014/main" id="{68F91B03-A3B1-44A4-BE32-997EC2D3FF42}"/>
                    </a:ext>
                  </a:extLst>
                </p:cNvPr>
                <p:cNvSpPr/>
                <p:nvPr/>
              </p:nvSpPr>
              <p:spPr bwMode="auto">
                <a:xfrm>
                  <a:off x="9288191" y="1571451"/>
                  <a:ext cx="1208284" cy="4290198"/>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66" name="TextBox 65">
                  <a:extLst>
                    <a:ext uri="{FF2B5EF4-FFF2-40B4-BE49-F238E27FC236}">
                      <a16:creationId xmlns:a16="http://schemas.microsoft.com/office/drawing/2014/main" id="{896A6962-045A-4E85-BE26-437D1D580E0A}"/>
                    </a:ext>
                  </a:extLst>
                </p:cNvPr>
                <p:cNvSpPr txBox="1"/>
                <p:nvPr/>
              </p:nvSpPr>
              <p:spPr>
                <a:xfrm rot="16200000">
                  <a:off x="7809629" y="2971153"/>
                  <a:ext cx="3768781" cy="960265"/>
                </a:xfrm>
                <a:prstGeom prst="rect">
                  <a:avLst/>
                </a:prstGeom>
                <a:noFill/>
              </p:spPr>
              <p:txBody>
                <a:bodyPr wrap="square" lIns="182880" tIns="146304" rIns="182880" bIns="146304" rtlCol="0">
                  <a:spAutoFit/>
                </a:bodyPr>
                <a:lstStyle/>
                <a:p>
                  <a:pPr algn="ctr">
                    <a:lnSpc>
                      <a:spcPct val="90000"/>
                    </a:lnSpc>
                    <a:spcAft>
                      <a:spcPts val="600"/>
                    </a:spcAft>
                  </a:pPr>
                  <a:r>
                    <a:rPr lang="en-US" sz="2400">
                      <a:gradFill>
                        <a:gsLst>
                          <a:gs pos="2917">
                            <a:schemeClr val="tx1"/>
                          </a:gs>
                          <a:gs pos="30000">
                            <a:schemeClr val="tx1"/>
                          </a:gs>
                        </a:gsLst>
                        <a:lin ang="5400000" scaled="0"/>
                      </a:gradFill>
                      <a:latin typeface="+mj-lt"/>
                    </a:rPr>
                    <a:t>Azure Resource Manager (ARM)</a:t>
                  </a:r>
                </a:p>
              </p:txBody>
            </p:sp>
          </p:grpSp>
          <p:pic>
            <p:nvPicPr>
              <p:cNvPr id="68" name="Graphic 67">
                <a:extLst>
                  <a:ext uri="{FF2B5EF4-FFF2-40B4-BE49-F238E27FC236}">
                    <a16:creationId xmlns:a16="http://schemas.microsoft.com/office/drawing/2014/main" id="{01AC7F80-C584-44A1-B063-0BBA6FC9CED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544155" y="5682585"/>
                <a:ext cx="613282" cy="613282"/>
              </a:xfrm>
              <a:prstGeom prst="rect">
                <a:avLst/>
              </a:prstGeom>
            </p:spPr>
          </p:pic>
        </p:grpSp>
      </p:grpSp>
      <p:pic>
        <p:nvPicPr>
          <p:cNvPr id="2" name="Picture 1">
            <a:extLst>
              <a:ext uri="{FF2B5EF4-FFF2-40B4-BE49-F238E27FC236}">
                <a16:creationId xmlns:a16="http://schemas.microsoft.com/office/drawing/2014/main" id="{48243F0C-6F88-42C7-93EC-B717100BA5CC}"/>
              </a:ext>
              <a:ext uri="{C183D7F6-B498-43B3-948B-1728B52AA6E4}">
                <adec:decorative xmlns:adec="http://schemas.microsoft.com/office/drawing/2017/decorative" val="1"/>
              </a:ext>
            </a:extLst>
          </p:cNvPr>
          <p:cNvPicPr>
            <a:picLocks noChangeAspect="1"/>
          </p:cNvPicPr>
          <p:nvPr/>
        </p:nvPicPr>
        <p:blipFill>
          <a:blip r:embed="rId16"/>
          <a:stretch>
            <a:fillRect/>
          </a:stretch>
        </p:blipFill>
        <p:spPr>
          <a:xfrm>
            <a:off x="4591050" y="6486525"/>
            <a:ext cx="3009900" cy="371475"/>
          </a:xfrm>
          <a:prstGeom prst="rect">
            <a:avLst/>
          </a:prstGeom>
        </p:spPr>
      </p:pic>
    </p:spTree>
    <p:extLst>
      <p:ext uri="{BB962C8B-B14F-4D97-AF65-F5344CB8AC3E}">
        <p14:creationId xmlns:p14="http://schemas.microsoft.com/office/powerpoint/2010/main" val="2925395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C51F7-C138-4579-99AA-765A48F87567}"/>
              </a:ext>
            </a:extLst>
          </p:cNvPr>
          <p:cNvSpPr>
            <a:spLocks noGrp="1"/>
          </p:cNvSpPr>
          <p:nvPr>
            <p:ph type="title"/>
          </p:nvPr>
        </p:nvSpPr>
        <p:spPr/>
        <p:txBody>
          <a:bodyPr/>
          <a:lstStyle/>
          <a:p>
            <a:r>
              <a:rPr lang="en-US" dirty="0">
                <a:cs typeface="Segoe UI"/>
              </a:rPr>
              <a:t>Core Azure architectural components – Objective Domain</a:t>
            </a:r>
          </a:p>
        </p:txBody>
      </p:sp>
      <p:sp>
        <p:nvSpPr>
          <p:cNvPr id="3" name="Text Placeholder 2">
            <a:extLst>
              <a:ext uri="{FF2B5EF4-FFF2-40B4-BE49-F238E27FC236}">
                <a16:creationId xmlns:a16="http://schemas.microsoft.com/office/drawing/2014/main" id="{5F448C38-AE4B-4541-BB99-DFEA840E1802}"/>
              </a:ext>
            </a:extLst>
          </p:cNvPr>
          <p:cNvSpPr>
            <a:spLocks noGrp="1"/>
          </p:cNvSpPr>
          <p:nvPr>
            <p:ph sz="quarter" idx="10"/>
          </p:nvPr>
        </p:nvSpPr>
        <p:spPr>
          <a:xfrm>
            <a:off x="684143" y="1456897"/>
            <a:ext cx="11075768" cy="4534575"/>
          </a:xfrm>
        </p:spPr>
        <p:txBody>
          <a:bodyPr vert="horz" wrap="square" lIns="0" tIns="91440" rIns="146304" bIns="91440" rtlCol="0" anchor="t">
            <a:spAutoFit/>
          </a:bodyPr>
          <a:lstStyle/>
          <a:p>
            <a:pPr fontAlgn="base"/>
            <a:r>
              <a:rPr lang="en-US" dirty="0">
                <a:latin typeface="+mj-lt"/>
              </a:rPr>
              <a:t>Describe the benefits and usage of: </a:t>
            </a:r>
            <a:endParaRPr lang="en-US" dirty="0">
              <a:latin typeface="+mj-lt"/>
              <a:cs typeface="Segoe UI"/>
            </a:endParaRPr>
          </a:p>
          <a:p>
            <a:pPr marL="342900" lvl="0" indent="-342900">
              <a:buFont typeface="Arial" panose="020B0604020202020204" pitchFamily="34" charset="0"/>
              <a:buChar char="•"/>
            </a:pPr>
            <a:r>
              <a:rPr lang="en-US" dirty="0">
                <a:latin typeface="+mn-lt"/>
              </a:rPr>
              <a:t>Regions and Region Pairs</a:t>
            </a:r>
            <a:endParaRPr lang="en-US" dirty="0">
              <a:cs typeface="Segoe UI"/>
            </a:endParaRPr>
          </a:p>
          <a:p>
            <a:pPr marL="342900" lvl="0" indent="-342900" fontAlgn="base">
              <a:buFont typeface="Arial" panose="020B0604020202020204" pitchFamily="34" charset="0"/>
              <a:buChar char="•"/>
            </a:pPr>
            <a:r>
              <a:rPr lang="en-US" dirty="0"/>
              <a:t>Availability</a:t>
            </a:r>
            <a:r>
              <a:rPr lang="en-US" dirty="0">
                <a:latin typeface="+mn-lt"/>
              </a:rPr>
              <a:t> Zones</a:t>
            </a:r>
            <a:endParaRPr lang="en-US" dirty="0">
              <a:latin typeface="+mn-lt"/>
              <a:cs typeface="Segoe UI"/>
            </a:endParaRPr>
          </a:p>
          <a:p>
            <a:pPr marL="342900" indent="-342900">
              <a:buFont typeface="Arial" panose="020B0604020202020204" pitchFamily="34" charset="0"/>
              <a:buChar char="•"/>
            </a:pPr>
            <a:r>
              <a:rPr lang="en-US" dirty="0">
                <a:cs typeface="Segoe UI"/>
              </a:rPr>
              <a:t>Azure Resources</a:t>
            </a:r>
            <a:endParaRPr lang="en-US" dirty="0"/>
          </a:p>
          <a:p>
            <a:pPr marL="342900" lvl="0" indent="-342900" fontAlgn="base">
              <a:buFont typeface="Arial" panose="020B0604020202020204" pitchFamily="34" charset="0"/>
              <a:buChar char="•"/>
            </a:pPr>
            <a:r>
              <a:rPr lang="en-US" dirty="0">
                <a:latin typeface="+mn-lt"/>
              </a:rPr>
              <a:t>Resource Groups</a:t>
            </a:r>
            <a:endParaRPr lang="en-US" dirty="0">
              <a:latin typeface="+mn-lt"/>
              <a:cs typeface="Segoe UI"/>
            </a:endParaRPr>
          </a:p>
          <a:p>
            <a:pPr marL="342900" indent="-342900">
              <a:buFont typeface="Arial" panose="020B0604020202020204" pitchFamily="34" charset="0"/>
              <a:buChar char="•"/>
            </a:pPr>
            <a:r>
              <a:rPr lang="en-US" dirty="0">
                <a:cs typeface="Segoe UI"/>
              </a:rPr>
              <a:t>Azure Resource Manager</a:t>
            </a:r>
            <a:endParaRPr lang="en-US" dirty="0"/>
          </a:p>
          <a:p>
            <a:pPr marL="342900" lvl="0" indent="-342900" fontAlgn="base">
              <a:buFont typeface="Arial" panose="020B0604020202020204" pitchFamily="34" charset="0"/>
              <a:buChar char="•"/>
            </a:pPr>
            <a:r>
              <a:rPr lang="en-US" dirty="0">
                <a:latin typeface="+mn-lt"/>
              </a:rPr>
              <a:t>Subscriptions</a:t>
            </a:r>
            <a:endParaRPr lang="en-US" dirty="0">
              <a:latin typeface="+mn-lt"/>
              <a:cs typeface="Segoe UI"/>
            </a:endParaRPr>
          </a:p>
          <a:p>
            <a:pPr marL="342900" indent="-342900" fontAlgn="base">
              <a:buFont typeface="Arial" panose="020B0604020202020204" pitchFamily="34" charset="0"/>
              <a:buChar char="•"/>
            </a:pPr>
            <a:r>
              <a:rPr lang="en-US" dirty="0">
                <a:cs typeface="Segoe UI"/>
              </a:rPr>
              <a:t>Azure Management Groups</a:t>
            </a:r>
            <a:endParaRPr lang="en-US" dirty="0">
              <a:latin typeface="+mn-lt"/>
              <a:cs typeface="Segoe UI"/>
            </a:endParaRPr>
          </a:p>
          <a:p>
            <a:pPr marL="342900" lvl="0" indent="-342900" fontAlgn="base">
              <a:buFont typeface="Arial" panose="020B0604020202020204" pitchFamily="34" charset="0"/>
              <a:buChar char="•"/>
            </a:pPr>
            <a:endParaRPr lang="en-US" dirty="0">
              <a:latin typeface="+mn-lt"/>
              <a:cs typeface="Segoe UI"/>
            </a:endParaRPr>
          </a:p>
        </p:txBody>
      </p:sp>
    </p:spTree>
    <p:extLst>
      <p:ext uri="{BB962C8B-B14F-4D97-AF65-F5344CB8AC3E}">
        <p14:creationId xmlns:p14="http://schemas.microsoft.com/office/powerpoint/2010/main" val="33440100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Regions</a:t>
            </a:r>
          </a:p>
        </p:txBody>
      </p:sp>
      <p:sp>
        <p:nvSpPr>
          <p:cNvPr id="8" name="Rectangle 7">
            <a:extLst>
              <a:ext uri="{FF2B5EF4-FFF2-40B4-BE49-F238E27FC236}">
                <a16:creationId xmlns:a16="http://schemas.microsoft.com/office/drawing/2014/main" id="{811A1EC0-5AF2-4D21-8437-ACF71E7A3AAF}"/>
              </a:ext>
            </a:extLst>
          </p:cNvPr>
          <p:cNvSpPr/>
          <p:nvPr/>
        </p:nvSpPr>
        <p:spPr>
          <a:xfrm>
            <a:off x="192959" y="1825795"/>
            <a:ext cx="3297493" cy="1200329"/>
          </a:xfrm>
          <a:prstGeom prst="rect">
            <a:avLst/>
          </a:prstGeom>
          <a:solidFill>
            <a:schemeClr val="bg1"/>
          </a:solidFill>
        </p:spPr>
        <p:txBody>
          <a:bodyPr wrap="square" anchor="t">
            <a:spAutoFit/>
          </a:bodyPr>
          <a:lstStyle/>
          <a:p>
            <a:pPr algn="ctr"/>
            <a:r>
              <a:rPr lang="en-IE" sz="1800" i="1" dirty="0">
                <a:cs typeface="Segoe UI Semilight"/>
              </a:rPr>
              <a:t>Azure offers more global regions than any other cloud provider with 60+ regions representing over 140 countries</a:t>
            </a:r>
            <a:endParaRPr lang="en-US" sz="1800" i="1" dirty="0">
              <a:cs typeface="Segoe UI Semilight"/>
            </a:endParaRPr>
          </a:p>
        </p:txBody>
      </p:sp>
      <p:pic>
        <p:nvPicPr>
          <p:cNvPr id="2" name="Picture 1" descr="World map with blue dots showing the 60-plus regions where Azure datacenters exist. Largest concentration on the US Coastlines, Europe and the Asia coasts.">
            <a:extLst>
              <a:ext uri="{FF2B5EF4-FFF2-40B4-BE49-F238E27FC236}">
                <a16:creationId xmlns:a16="http://schemas.microsoft.com/office/drawing/2014/main" id="{64D7F689-1612-4C9D-B065-39FDE92B4CB8}"/>
              </a:ext>
            </a:extLst>
          </p:cNvPr>
          <p:cNvPicPr>
            <a:picLocks noChangeAspect="1"/>
          </p:cNvPicPr>
          <p:nvPr/>
        </p:nvPicPr>
        <p:blipFill>
          <a:blip r:embed="rId3"/>
          <a:srcRect/>
          <a:stretch/>
        </p:blipFill>
        <p:spPr>
          <a:xfrm>
            <a:off x="3910775" y="254613"/>
            <a:ext cx="7940000" cy="3783905"/>
          </a:xfrm>
          <a:prstGeom prst="rect">
            <a:avLst/>
          </a:prstGeom>
          <a:ln>
            <a:solidFill>
              <a:schemeClr val="accent1"/>
            </a:solidFill>
          </a:ln>
        </p:spPr>
      </p:pic>
      <p:sp>
        <p:nvSpPr>
          <p:cNvPr id="6" name="Text Placeholder 5"/>
          <p:cNvSpPr>
            <a:spLocks noGrp="1"/>
          </p:cNvSpPr>
          <p:nvPr>
            <p:ph sz="quarter" idx="10"/>
          </p:nvPr>
        </p:nvSpPr>
        <p:spPr>
          <a:xfrm>
            <a:off x="1225346" y="4080417"/>
            <a:ext cx="9275506" cy="1364476"/>
          </a:xfrm>
        </p:spPr>
        <p:txBody>
          <a:bodyPr vert="horz" wrap="square" lIns="0" tIns="0" rIns="0" bIns="0" rtlCol="0" anchor="t">
            <a:spAutoFit/>
          </a:bodyPr>
          <a:lstStyle/>
          <a:p>
            <a:pPr marL="342900" indent="-342900">
              <a:buFont typeface="Arial" panose="020B0604020202020204" pitchFamily="34" charset="0"/>
              <a:buChar char="•"/>
            </a:pPr>
            <a:r>
              <a:rPr lang="en-IE" dirty="0">
                <a:latin typeface="+mn-lt"/>
              </a:rPr>
              <a:t>Regions are made up of one or more </a:t>
            </a:r>
            <a:r>
              <a:rPr lang="en-IE" dirty="0" err="1">
                <a:latin typeface="+mn-lt"/>
              </a:rPr>
              <a:t>datacenters</a:t>
            </a:r>
            <a:r>
              <a:rPr lang="en-IE" dirty="0">
                <a:latin typeface="+mn-lt"/>
              </a:rPr>
              <a:t> in close proximity.</a:t>
            </a:r>
          </a:p>
          <a:p>
            <a:pPr marL="342900" indent="-342900">
              <a:buFont typeface="Arial" panose="020B0604020202020204" pitchFamily="34" charset="0"/>
              <a:buChar char="•"/>
            </a:pPr>
            <a:r>
              <a:rPr lang="en-IE" dirty="0">
                <a:latin typeface="+mn-lt"/>
              </a:rPr>
              <a:t>Provide flexibility and scale to reduce customer latency.</a:t>
            </a:r>
          </a:p>
          <a:p>
            <a:pPr marL="342900" indent="-342900">
              <a:buFont typeface="Arial" panose="020B0604020202020204" pitchFamily="34" charset="0"/>
              <a:buChar char="•"/>
            </a:pPr>
            <a:r>
              <a:rPr lang="en-IE" dirty="0">
                <a:latin typeface="+mn-lt"/>
              </a:rPr>
              <a:t>Preserve data residency with a comprehensive compliance offering.</a:t>
            </a:r>
          </a:p>
        </p:txBody>
      </p:sp>
      <p:sp>
        <p:nvSpPr>
          <p:cNvPr id="3" name="Footer Placeholder 1">
            <a:extLst>
              <a:ext uri="{FF2B5EF4-FFF2-40B4-BE49-F238E27FC236}">
                <a16:creationId xmlns:a16="http://schemas.microsoft.com/office/drawing/2014/main" id="{CFEEFDEC-A344-470A-A33B-F11336462650}"/>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053865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Region Pairs</a:t>
            </a:r>
          </a:p>
        </p:txBody>
      </p:sp>
      <p:sp>
        <p:nvSpPr>
          <p:cNvPr id="6" name="Text Placeholder 5"/>
          <p:cNvSpPr>
            <a:spLocks noGrp="1"/>
          </p:cNvSpPr>
          <p:nvPr>
            <p:ph sz="quarter" idx="10"/>
          </p:nvPr>
        </p:nvSpPr>
        <p:spPr>
          <a:xfrm>
            <a:off x="487467" y="1661910"/>
            <a:ext cx="5924447" cy="2970044"/>
          </a:xfrm>
        </p:spPr>
        <p:txBody>
          <a:bodyPr vert="horz" wrap="square" lIns="0" tIns="0" rIns="0" bIns="0" rtlCol="0" anchor="t">
            <a:spAutoFit/>
          </a:bodyPr>
          <a:lstStyle/>
          <a:p>
            <a:pPr marL="290195" indent="-290195">
              <a:buFont typeface="Arial" panose="020B0604020202020204" pitchFamily="34" charset="0"/>
              <a:buChar char="•"/>
            </a:pPr>
            <a:r>
              <a:rPr lang="en-US" sz="2400" dirty="0">
                <a:latin typeface="+mn-lt"/>
              </a:rPr>
              <a:t>At least 300 miles of separation between region pairs.</a:t>
            </a:r>
            <a:endParaRPr lang="en-US" sz="1000" dirty="0">
              <a:latin typeface="+mn-lt"/>
            </a:endParaRPr>
          </a:p>
          <a:p>
            <a:pPr marL="290195" indent="-290195">
              <a:buFont typeface="Arial" panose="020B0604020202020204" pitchFamily="34" charset="0"/>
              <a:buChar char="•"/>
            </a:pPr>
            <a:r>
              <a:rPr lang="en-US" dirty="0">
                <a:latin typeface="+mn-lt"/>
              </a:rPr>
              <a:t>Automatic replication for some services.</a:t>
            </a:r>
          </a:p>
          <a:p>
            <a:pPr marL="290195" indent="-290195">
              <a:buFont typeface="Arial" panose="020B0604020202020204" pitchFamily="34" charset="0"/>
              <a:buChar char="•"/>
            </a:pPr>
            <a:r>
              <a:rPr lang="en-US" sz="2400" dirty="0">
                <a:latin typeface="+mn-lt"/>
              </a:rPr>
              <a:t>Prioritized region recovery </a:t>
            </a:r>
            <a:r>
              <a:rPr lang="en-US" dirty="0">
                <a:latin typeface="+mn-lt"/>
              </a:rPr>
              <a:t>in the event of outage.</a:t>
            </a:r>
          </a:p>
          <a:p>
            <a:pPr marL="290195" indent="-290195">
              <a:buFont typeface="Arial" panose="020B0604020202020204" pitchFamily="34" charset="0"/>
              <a:buChar char="•"/>
            </a:pPr>
            <a:r>
              <a:rPr lang="en-US" dirty="0">
                <a:latin typeface="+mn-lt"/>
              </a:rPr>
              <a:t>Updates are rollout sequentially to minimize downtime. </a:t>
            </a:r>
            <a:endParaRPr lang="en-US" sz="2400" dirty="0">
              <a:latin typeface="+mn-lt"/>
            </a:endParaRPr>
          </a:p>
        </p:txBody>
      </p:sp>
      <p:sp>
        <p:nvSpPr>
          <p:cNvPr id="2" name="TextBox 1">
            <a:extLst>
              <a:ext uri="{FF2B5EF4-FFF2-40B4-BE49-F238E27FC236}">
                <a16:creationId xmlns:a16="http://schemas.microsoft.com/office/drawing/2014/main" id="{00D66516-044B-4422-8CA5-FA6FFBDF8E5D}"/>
              </a:ext>
            </a:extLst>
          </p:cNvPr>
          <p:cNvSpPr txBox="1"/>
          <p:nvPr/>
        </p:nvSpPr>
        <p:spPr>
          <a:xfrm>
            <a:off x="640861" y="4691836"/>
            <a:ext cx="6097302" cy="544765"/>
          </a:xfrm>
          <a:prstGeom prst="rect">
            <a:avLst/>
          </a:prstGeom>
          <a:noFill/>
        </p:spPr>
        <p:txBody>
          <a:bodyPr rot="0" spcFirstLastPara="0" vertOverflow="overflow" horzOverflow="overflow" vert="horz" wrap="square" lIns="182880" tIns="146304" rIns="182880" bIns="146304" numCol="1" spcCol="0" rtlCol="0" fromWordArt="0" anchor="t" anchorCtr="0" forceAA="0" compatLnSpc="1">
            <a:prstTxWarp prst="textNoShape">
              <a:avLst/>
            </a:prstTxWarp>
            <a:spAutoFit/>
          </a:bodyPr>
          <a:lstStyle/>
          <a:p>
            <a:pPr>
              <a:lnSpc>
                <a:spcPct val="90000"/>
              </a:lnSpc>
              <a:spcAft>
                <a:spcPts val="600"/>
              </a:spcAft>
            </a:pPr>
            <a:r>
              <a:rPr lang="en-US" sz="1800" dirty="0">
                <a:cs typeface="Segoe UI"/>
              </a:rPr>
              <a:t>Web Link: </a:t>
            </a:r>
            <a:r>
              <a:rPr lang="en-US" sz="1800" dirty="0">
                <a:ea typeface="+mn-lt"/>
                <a:cs typeface="+mn-lt"/>
                <a:hlinkClick r:id="rId3"/>
              </a:rPr>
              <a:t>https://aka.ms/PairedRegions</a:t>
            </a:r>
            <a:endParaRPr lang="en-US" sz="1800" dirty="0">
              <a:cs typeface="Segoe UI"/>
            </a:endParaRPr>
          </a:p>
        </p:txBody>
      </p:sp>
      <p:graphicFrame>
        <p:nvGraphicFramePr>
          <p:cNvPr id="9" name="Table 8">
            <a:extLst>
              <a:ext uri="{FF2B5EF4-FFF2-40B4-BE49-F238E27FC236}">
                <a16:creationId xmlns:a16="http://schemas.microsoft.com/office/drawing/2014/main" id="{D812C242-CE3D-40CD-A21F-9B770DE69246}"/>
              </a:ext>
            </a:extLst>
          </p:cNvPr>
          <p:cNvGraphicFramePr>
            <a:graphicFrameLocks noGrp="1"/>
          </p:cNvGraphicFramePr>
          <p:nvPr/>
        </p:nvGraphicFramePr>
        <p:xfrm>
          <a:off x="6947333" y="331517"/>
          <a:ext cx="1776548" cy="5116481"/>
        </p:xfrm>
        <a:graphic>
          <a:graphicData uri="http://schemas.openxmlformats.org/drawingml/2006/table">
            <a:tbl>
              <a:tblPr firstRow="1">
                <a:tableStyleId>{2D5ABB26-0587-4C30-8999-92F81FD0307C}</a:tableStyleId>
              </a:tblPr>
              <a:tblGrid>
                <a:gridCol w="1776548">
                  <a:extLst>
                    <a:ext uri="{9D8B030D-6E8A-4147-A177-3AD203B41FA5}">
                      <a16:colId xmlns:a16="http://schemas.microsoft.com/office/drawing/2014/main" val="1438438675"/>
                    </a:ext>
                  </a:extLst>
                </a:gridCol>
              </a:tblGrid>
              <a:tr h="306219">
                <a:tc>
                  <a:txBody>
                    <a:bodyPr/>
                    <a:lstStyle/>
                    <a:p>
                      <a:pPr algn="ctr" fontAlgn="base"/>
                      <a:r>
                        <a:rPr lang="en-US" sz="1600" b="0" dirty="0">
                          <a:solidFill>
                            <a:schemeClr val="bg1"/>
                          </a:solidFill>
                          <a:effectLst/>
                          <a:latin typeface="+mj-lt"/>
                        </a:rPr>
                        <a:t>Region</a:t>
                      </a:r>
                      <a:endParaRPr lang="en-US" sz="1600" b="0" i="0" dirty="0">
                        <a:solidFill>
                          <a:schemeClr val="bg1"/>
                        </a:solidFill>
                        <a:effectLst/>
                        <a:latin typeface="+mj-lt"/>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43A5E"/>
                    </a:solidFill>
                  </a:tcPr>
                </a:tc>
                <a:extLst>
                  <a:ext uri="{0D108BD9-81ED-4DB2-BD59-A6C34878D82A}">
                    <a16:rowId xmlns:a16="http://schemas.microsoft.com/office/drawing/2014/main" val="2295325405"/>
                  </a:ext>
                </a:extLst>
              </a:tr>
              <a:tr h="306219">
                <a:tc>
                  <a:txBody>
                    <a:bodyPr/>
                    <a:lstStyle/>
                    <a:p>
                      <a:pPr algn="ctr" fontAlgn="base"/>
                      <a:r>
                        <a:rPr lang="en-US" sz="1600" dirty="0">
                          <a:effectLst/>
                        </a:rPr>
                        <a:t>North Central US​</a:t>
                      </a:r>
                      <a:endParaRPr lang="en-US" sz="1600" b="1"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5774094"/>
                  </a:ext>
                </a:extLst>
              </a:tr>
              <a:tr h="306219">
                <a:tc>
                  <a:txBody>
                    <a:bodyPr/>
                    <a:lstStyle/>
                    <a:p>
                      <a:pPr algn="ctr" fontAlgn="base"/>
                      <a:r>
                        <a:rPr lang="en-US" sz="1600" dirty="0">
                          <a:effectLst/>
                        </a:rPr>
                        <a:t>East US​</a:t>
                      </a:r>
                      <a:endParaRPr lang="en-US" sz="1600" b="1"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835649983"/>
                  </a:ext>
                </a:extLst>
              </a:tr>
              <a:tr h="306219">
                <a:tc>
                  <a:txBody>
                    <a:bodyPr/>
                    <a:lstStyle/>
                    <a:p>
                      <a:pPr algn="ctr" fontAlgn="base"/>
                      <a:r>
                        <a:rPr lang="en-US" sz="1600" dirty="0">
                          <a:effectLst/>
                        </a:rPr>
                        <a:t>West US 2​</a:t>
                      </a:r>
                      <a:endParaRPr lang="en-US" sz="1600" b="1"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1051283"/>
                  </a:ext>
                </a:extLst>
              </a:tr>
              <a:tr h="306219">
                <a:tc>
                  <a:txBody>
                    <a:bodyPr/>
                    <a:lstStyle/>
                    <a:p>
                      <a:pPr algn="ctr" fontAlgn="base"/>
                      <a:r>
                        <a:rPr lang="en-US" sz="1600" dirty="0">
                          <a:effectLst/>
                        </a:rPr>
                        <a:t>US East 2​</a:t>
                      </a:r>
                      <a:endParaRPr lang="en-US" sz="1600" b="1"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57662494"/>
                  </a:ext>
                </a:extLst>
              </a:tr>
              <a:tr h="306219">
                <a:tc>
                  <a:txBody>
                    <a:bodyPr/>
                    <a:lstStyle/>
                    <a:p>
                      <a:pPr algn="ctr" fontAlgn="base"/>
                      <a:r>
                        <a:rPr lang="en-US" sz="1600" dirty="0">
                          <a:effectLst/>
                        </a:rPr>
                        <a:t>Canada Central​</a:t>
                      </a:r>
                      <a:endParaRPr lang="en-US" sz="1600" b="1"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3272622"/>
                  </a:ext>
                </a:extLst>
              </a:tr>
              <a:tr h="306219">
                <a:tc>
                  <a:txBody>
                    <a:bodyPr/>
                    <a:lstStyle/>
                    <a:p>
                      <a:pPr algn="ctr" fontAlgn="base"/>
                      <a:r>
                        <a:rPr lang="en-US" sz="1600" dirty="0">
                          <a:effectLst/>
                        </a:rPr>
                        <a:t>North Europe​</a:t>
                      </a:r>
                      <a:endParaRPr lang="en-US" sz="1600" b="1"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61321702"/>
                  </a:ext>
                </a:extLst>
              </a:tr>
              <a:tr h="306219">
                <a:tc>
                  <a:txBody>
                    <a:bodyPr/>
                    <a:lstStyle/>
                    <a:p>
                      <a:pPr algn="ctr" fontAlgn="base"/>
                      <a:r>
                        <a:rPr lang="en-US" sz="1600" dirty="0">
                          <a:effectLst/>
                        </a:rPr>
                        <a:t>UK West​</a:t>
                      </a:r>
                      <a:endParaRPr lang="en-US" sz="1600" b="1"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8418596"/>
                  </a:ext>
                </a:extLst>
              </a:tr>
              <a:tr h="568984">
                <a:tc>
                  <a:txBody>
                    <a:bodyPr/>
                    <a:lstStyle/>
                    <a:p>
                      <a:pPr algn="ctr" fontAlgn="base"/>
                      <a:r>
                        <a:rPr lang="en-US" sz="1600" dirty="0">
                          <a:effectLst/>
                        </a:rPr>
                        <a:t>Germany Central​</a:t>
                      </a:r>
                      <a:endParaRPr lang="en-US" sz="1600" b="1"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263196076"/>
                  </a:ext>
                </a:extLst>
              </a:tr>
              <a:tr h="306219">
                <a:tc>
                  <a:txBody>
                    <a:bodyPr/>
                    <a:lstStyle/>
                    <a:p>
                      <a:pPr algn="ctr" fontAlgn="base"/>
                      <a:r>
                        <a:rPr lang="en-US" sz="1600" dirty="0">
                          <a:effectLst/>
                        </a:rPr>
                        <a:t>South East Asia​</a:t>
                      </a:r>
                      <a:endParaRPr lang="en-US" sz="1600" b="1"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8798151"/>
                  </a:ext>
                </a:extLst>
              </a:tr>
              <a:tr h="306219">
                <a:tc>
                  <a:txBody>
                    <a:bodyPr/>
                    <a:lstStyle/>
                    <a:p>
                      <a:pPr algn="ctr" fontAlgn="base"/>
                      <a:r>
                        <a:rPr lang="en-US" sz="1600" dirty="0">
                          <a:effectLst/>
                        </a:rPr>
                        <a:t>East China​</a:t>
                      </a:r>
                      <a:endParaRPr lang="en-US" sz="1600" b="1"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43023007"/>
                  </a:ext>
                </a:extLst>
              </a:tr>
              <a:tr h="306219">
                <a:tc>
                  <a:txBody>
                    <a:bodyPr/>
                    <a:lstStyle/>
                    <a:p>
                      <a:pPr algn="ctr" fontAlgn="base"/>
                      <a:r>
                        <a:rPr lang="en-US" sz="1600" dirty="0">
                          <a:effectLst/>
                        </a:rPr>
                        <a:t>Japan East​</a:t>
                      </a:r>
                      <a:endParaRPr lang="en-US" sz="1600" b="1"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3175280"/>
                  </a:ext>
                </a:extLst>
              </a:tr>
              <a:tr h="306219">
                <a:tc>
                  <a:txBody>
                    <a:bodyPr/>
                    <a:lstStyle/>
                    <a:p>
                      <a:pPr algn="ctr" fontAlgn="base"/>
                      <a:r>
                        <a:rPr lang="en-US" sz="1600" dirty="0">
                          <a:effectLst/>
                        </a:rPr>
                        <a:t>Australia Southeast​</a:t>
                      </a:r>
                      <a:endParaRPr lang="en-US" sz="1600" b="1"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88797014"/>
                  </a:ext>
                </a:extLst>
              </a:tr>
              <a:tr h="306219">
                <a:tc>
                  <a:txBody>
                    <a:bodyPr/>
                    <a:lstStyle/>
                    <a:p>
                      <a:pPr algn="ctr" fontAlgn="base"/>
                      <a:r>
                        <a:rPr lang="en-US" sz="1600" dirty="0">
                          <a:effectLst/>
                        </a:rPr>
                        <a:t>India South​</a:t>
                      </a:r>
                      <a:endParaRPr lang="en-US" sz="1600" b="1"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4315572"/>
                  </a:ext>
                </a:extLst>
              </a:tr>
              <a:tr h="566650">
                <a:tc>
                  <a:txBody>
                    <a:bodyPr/>
                    <a:lstStyle/>
                    <a:p>
                      <a:pPr algn="ctr" fontAlgn="base"/>
                      <a:r>
                        <a:rPr lang="en-US" sz="1600" dirty="0">
                          <a:effectLst/>
                        </a:rPr>
                        <a:t>Brazil South (Primary)​</a:t>
                      </a:r>
                      <a:endParaRPr lang="en-US" sz="1600" b="1"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856298458"/>
                  </a:ext>
                </a:extLst>
              </a:tr>
            </a:tbl>
          </a:graphicData>
        </a:graphic>
      </p:graphicFrame>
      <p:sp>
        <p:nvSpPr>
          <p:cNvPr id="21" name="Arrow: Left-Right 20">
            <a:extLst>
              <a:ext uri="{FF2B5EF4-FFF2-40B4-BE49-F238E27FC236}">
                <a16:creationId xmlns:a16="http://schemas.microsoft.com/office/drawing/2014/main" id="{3BF19608-4E55-40DF-8F76-EFF39FE48524}"/>
              </a:ext>
              <a:ext uri="{C183D7F6-B498-43B3-948B-1728B52AA6E4}">
                <adec:decorative xmlns:adec="http://schemas.microsoft.com/office/drawing/2017/decorative" val="1"/>
              </a:ext>
            </a:extLst>
          </p:cNvPr>
          <p:cNvSpPr/>
          <p:nvPr/>
        </p:nvSpPr>
        <p:spPr bwMode="auto">
          <a:xfrm>
            <a:off x="8911281" y="2693014"/>
            <a:ext cx="771011" cy="393486"/>
          </a:xfrm>
          <a:prstGeom prst="leftRightArrow">
            <a:avLst>
              <a:gd name="adj1" fmla="val 50001"/>
              <a:gd name="adj2" fmla="val 50000"/>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graphicFrame>
        <p:nvGraphicFramePr>
          <p:cNvPr id="28" name="Table 27">
            <a:extLst>
              <a:ext uri="{FF2B5EF4-FFF2-40B4-BE49-F238E27FC236}">
                <a16:creationId xmlns:a16="http://schemas.microsoft.com/office/drawing/2014/main" id="{A1625483-567C-4965-88E9-3C4013EAEE2C}"/>
              </a:ext>
            </a:extLst>
          </p:cNvPr>
          <p:cNvGraphicFramePr>
            <a:graphicFrameLocks noGrp="1"/>
          </p:cNvGraphicFramePr>
          <p:nvPr/>
        </p:nvGraphicFramePr>
        <p:xfrm>
          <a:off x="9869692" y="331517"/>
          <a:ext cx="1776548" cy="5116481"/>
        </p:xfrm>
        <a:graphic>
          <a:graphicData uri="http://schemas.openxmlformats.org/drawingml/2006/table">
            <a:tbl>
              <a:tblPr firstRow="1">
                <a:tableStyleId>{2D5ABB26-0587-4C30-8999-92F81FD0307C}</a:tableStyleId>
              </a:tblPr>
              <a:tblGrid>
                <a:gridCol w="1776548">
                  <a:extLst>
                    <a:ext uri="{9D8B030D-6E8A-4147-A177-3AD203B41FA5}">
                      <a16:colId xmlns:a16="http://schemas.microsoft.com/office/drawing/2014/main" val="1438438675"/>
                    </a:ext>
                  </a:extLst>
                </a:gridCol>
              </a:tblGrid>
              <a:tr h="306219">
                <a:tc>
                  <a:txBody>
                    <a:bodyPr/>
                    <a:lstStyle/>
                    <a:p>
                      <a:pPr algn="ctr" fontAlgn="base"/>
                      <a:r>
                        <a:rPr lang="en-US" sz="1600" b="0" dirty="0">
                          <a:solidFill>
                            <a:schemeClr val="bg1"/>
                          </a:solidFill>
                          <a:effectLst/>
                          <a:latin typeface="+mj-lt"/>
                        </a:rPr>
                        <a:t>Region</a:t>
                      </a:r>
                      <a:endParaRPr lang="en-US" sz="1600" b="0" i="0" dirty="0">
                        <a:solidFill>
                          <a:schemeClr val="bg1"/>
                        </a:solidFill>
                        <a:effectLst/>
                        <a:latin typeface="+mj-lt"/>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43A5E"/>
                    </a:solidFill>
                  </a:tcPr>
                </a:tc>
                <a:extLst>
                  <a:ext uri="{0D108BD9-81ED-4DB2-BD59-A6C34878D82A}">
                    <a16:rowId xmlns:a16="http://schemas.microsoft.com/office/drawing/2014/main" val="2295325405"/>
                  </a:ext>
                </a:extLst>
              </a:tr>
              <a:tr h="306219">
                <a:tc>
                  <a:txBody>
                    <a:bodyPr/>
                    <a:lstStyle/>
                    <a:p>
                      <a:pPr algn="ctr" fontAlgn="base"/>
                      <a:r>
                        <a:rPr lang="en-US" sz="1600" b="0" dirty="0">
                          <a:solidFill>
                            <a:schemeClr val="tx1"/>
                          </a:solidFill>
                          <a:effectLst/>
                        </a:rPr>
                        <a:t>South Central US​</a:t>
                      </a:r>
                      <a:endParaRPr lang="en-US" sz="1600" b="0"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5774094"/>
                  </a:ext>
                </a:extLst>
              </a:tr>
              <a:tr h="306219">
                <a:tc>
                  <a:txBody>
                    <a:bodyPr/>
                    <a:lstStyle/>
                    <a:p>
                      <a:pPr algn="ctr" fontAlgn="base"/>
                      <a:r>
                        <a:rPr lang="en-US" sz="1600" b="0" dirty="0">
                          <a:solidFill>
                            <a:schemeClr val="tx1"/>
                          </a:solidFill>
                          <a:effectLst/>
                        </a:rPr>
                        <a:t>West US​</a:t>
                      </a:r>
                      <a:endParaRPr lang="en-US" sz="1600" b="0"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835649983"/>
                  </a:ext>
                </a:extLst>
              </a:tr>
              <a:tr h="306219">
                <a:tc>
                  <a:txBody>
                    <a:bodyPr/>
                    <a:lstStyle/>
                    <a:p>
                      <a:pPr algn="ctr" fontAlgn="base"/>
                      <a:r>
                        <a:rPr lang="en-US" sz="1600" b="0" dirty="0">
                          <a:solidFill>
                            <a:schemeClr val="tx1"/>
                          </a:solidFill>
                          <a:effectLst/>
                        </a:rPr>
                        <a:t>West Central US​</a:t>
                      </a:r>
                      <a:endParaRPr lang="en-US" sz="1600" b="0"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1051283"/>
                  </a:ext>
                </a:extLst>
              </a:tr>
              <a:tr h="306219">
                <a:tc>
                  <a:txBody>
                    <a:bodyPr/>
                    <a:lstStyle/>
                    <a:p>
                      <a:pPr algn="ctr" fontAlgn="base"/>
                      <a:r>
                        <a:rPr lang="en-US" sz="1600" b="0" dirty="0">
                          <a:solidFill>
                            <a:schemeClr val="tx1"/>
                          </a:solidFill>
                          <a:effectLst/>
                        </a:rPr>
                        <a:t>Central US​</a:t>
                      </a:r>
                      <a:endParaRPr lang="en-US" sz="1600" b="0"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57662494"/>
                  </a:ext>
                </a:extLst>
              </a:tr>
              <a:tr h="306219">
                <a:tc>
                  <a:txBody>
                    <a:bodyPr/>
                    <a:lstStyle/>
                    <a:p>
                      <a:pPr algn="ctr" fontAlgn="base"/>
                      <a:r>
                        <a:rPr lang="en-US" sz="1600" b="0" dirty="0">
                          <a:solidFill>
                            <a:schemeClr val="tx1"/>
                          </a:solidFill>
                          <a:effectLst/>
                        </a:rPr>
                        <a:t>Canada East​</a:t>
                      </a:r>
                      <a:endParaRPr lang="en-US" sz="1600" b="0"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3272622"/>
                  </a:ext>
                </a:extLst>
              </a:tr>
              <a:tr h="306219">
                <a:tc>
                  <a:txBody>
                    <a:bodyPr/>
                    <a:lstStyle/>
                    <a:p>
                      <a:pPr algn="ctr" fontAlgn="base"/>
                      <a:r>
                        <a:rPr lang="en-US" sz="1600" b="0" dirty="0">
                          <a:solidFill>
                            <a:schemeClr val="tx1"/>
                          </a:solidFill>
                          <a:effectLst/>
                        </a:rPr>
                        <a:t>West Europe​</a:t>
                      </a:r>
                      <a:endParaRPr lang="en-US" sz="1600" b="0"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61321702"/>
                  </a:ext>
                </a:extLst>
              </a:tr>
              <a:tr h="306219">
                <a:tc>
                  <a:txBody>
                    <a:bodyPr/>
                    <a:lstStyle/>
                    <a:p>
                      <a:pPr algn="ctr" fontAlgn="base"/>
                      <a:r>
                        <a:rPr lang="en-US" sz="1600" b="0">
                          <a:solidFill>
                            <a:schemeClr val="tx1"/>
                          </a:solidFill>
                          <a:effectLst/>
                        </a:rPr>
                        <a:t>UK South​</a:t>
                      </a:r>
                      <a:endParaRPr lang="en-US" sz="1600" b="0" i="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8418596"/>
                  </a:ext>
                </a:extLst>
              </a:tr>
              <a:tr h="568984">
                <a:tc>
                  <a:txBody>
                    <a:bodyPr/>
                    <a:lstStyle/>
                    <a:p>
                      <a:pPr algn="ctr" fontAlgn="base"/>
                      <a:r>
                        <a:rPr lang="en-US" sz="1600" b="0" dirty="0">
                          <a:solidFill>
                            <a:schemeClr val="tx1"/>
                          </a:solidFill>
                          <a:effectLst/>
                        </a:rPr>
                        <a:t>Germany Northeast​</a:t>
                      </a:r>
                      <a:endParaRPr lang="en-US" sz="1600" b="0"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263196076"/>
                  </a:ext>
                </a:extLst>
              </a:tr>
              <a:tr h="306219">
                <a:tc>
                  <a:txBody>
                    <a:bodyPr/>
                    <a:lstStyle/>
                    <a:p>
                      <a:pPr algn="ctr" fontAlgn="base"/>
                      <a:r>
                        <a:rPr lang="en-US" sz="1600" b="0" dirty="0">
                          <a:solidFill>
                            <a:schemeClr val="tx1"/>
                          </a:solidFill>
                          <a:effectLst/>
                        </a:rPr>
                        <a:t>East Asia​</a:t>
                      </a:r>
                      <a:endParaRPr lang="en-US" sz="1600" b="0"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8798151"/>
                  </a:ext>
                </a:extLst>
              </a:tr>
              <a:tr h="306219">
                <a:tc>
                  <a:txBody>
                    <a:bodyPr/>
                    <a:lstStyle/>
                    <a:p>
                      <a:pPr algn="ctr" fontAlgn="base"/>
                      <a:r>
                        <a:rPr lang="en-US" sz="1600" b="0" dirty="0">
                          <a:solidFill>
                            <a:schemeClr val="tx1"/>
                          </a:solidFill>
                          <a:effectLst/>
                        </a:rPr>
                        <a:t>North China​</a:t>
                      </a:r>
                      <a:endParaRPr lang="en-US" sz="1600" b="0"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43023007"/>
                  </a:ext>
                </a:extLst>
              </a:tr>
              <a:tr h="306219">
                <a:tc>
                  <a:txBody>
                    <a:bodyPr/>
                    <a:lstStyle/>
                    <a:p>
                      <a:pPr algn="ctr" fontAlgn="base"/>
                      <a:r>
                        <a:rPr lang="en-US" sz="1600" b="0" dirty="0">
                          <a:solidFill>
                            <a:schemeClr val="tx1"/>
                          </a:solidFill>
                          <a:effectLst/>
                        </a:rPr>
                        <a:t>Japan West​</a:t>
                      </a:r>
                      <a:endParaRPr lang="en-US" sz="1600" b="0"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3175280"/>
                  </a:ext>
                </a:extLst>
              </a:tr>
              <a:tr h="306219">
                <a:tc>
                  <a:txBody>
                    <a:bodyPr/>
                    <a:lstStyle/>
                    <a:p>
                      <a:pPr algn="ctr" fontAlgn="base"/>
                      <a:r>
                        <a:rPr lang="en-US" sz="1600" b="0" dirty="0">
                          <a:solidFill>
                            <a:schemeClr val="tx1"/>
                          </a:solidFill>
                          <a:effectLst/>
                        </a:rPr>
                        <a:t>Australia East​</a:t>
                      </a:r>
                      <a:endParaRPr lang="en-US" sz="1600" b="0"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88797014"/>
                  </a:ext>
                </a:extLst>
              </a:tr>
              <a:tr h="306219">
                <a:tc>
                  <a:txBody>
                    <a:bodyPr/>
                    <a:lstStyle/>
                    <a:p>
                      <a:pPr algn="ctr" fontAlgn="base"/>
                      <a:r>
                        <a:rPr lang="en-US" sz="1600" b="0" dirty="0">
                          <a:solidFill>
                            <a:schemeClr val="tx1"/>
                          </a:solidFill>
                          <a:effectLst/>
                        </a:rPr>
                        <a:t>India Central​</a:t>
                      </a:r>
                      <a:endParaRPr lang="en-US" sz="1600" b="0"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4315572"/>
                  </a:ext>
                </a:extLst>
              </a:tr>
              <a:tr h="566650">
                <a:tc>
                  <a:txBody>
                    <a:bodyPr/>
                    <a:lstStyle/>
                    <a:p>
                      <a:pPr algn="ctr" fontAlgn="base"/>
                      <a:r>
                        <a:rPr lang="en-US" sz="1600" b="0" dirty="0">
                          <a:solidFill>
                            <a:schemeClr val="tx1"/>
                          </a:solidFill>
                          <a:effectLst/>
                        </a:rPr>
                        <a:t>South Central US ​</a:t>
                      </a:r>
                      <a:endParaRPr lang="en-US" sz="1600" b="0"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856298458"/>
                  </a:ext>
                </a:extLst>
              </a:tr>
            </a:tbl>
          </a:graphicData>
        </a:graphic>
      </p:graphicFrame>
      <p:sp>
        <p:nvSpPr>
          <p:cNvPr id="4" name="Footer Placeholder 1">
            <a:extLst>
              <a:ext uri="{FF2B5EF4-FFF2-40B4-BE49-F238E27FC236}">
                <a16:creationId xmlns:a16="http://schemas.microsoft.com/office/drawing/2014/main" id="{4240E434-9668-4343-85DE-ED8115B07FDA}"/>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grpSp>
        <p:nvGrpSpPr>
          <p:cNvPr id="10" name="Group 9">
            <a:extLst>
              <a:ext uri="{FF2B5EF4-FFF2-40B4-BE49-F238E27FC236}">
                <a16:creationId xmlns:a16="http://schemas.microsoft.com/office/drawing/2014/main" id="{752E7DFB-F687-84AD-370C-E387374215A1}"/>
              </a:ext>
            </a:extLst>
          </p:cNvPr>
          <p:cNvGrpSpPr/>
          <p:nvPr/>
        </p:nvGrpSpPr>
        <p:grpSpPr>
          <a:xfrm>
            <a:off x="7149103" y="4483046"/>
            <a:ext cx="4456800" cy="563760"/>
            <a:chOff x="7149103" y="4483046"/>
            <a:chExt cx="4456800" cy="563760"/>
          </a:xfrm>
        </p:grpSpPr>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70C33E12-5325-DAD0-A783-8114CFB4FCC2}"/>
                    </a:ext>
                  </a:extLst>
                </p14:cNvPr>
                <p14:cNvContentPartPr/>
                <p14:nvPr/>
              </p14:nvContentPartPr>
              <p14:xfrm>
                <a:off x="8163223" y="4706606"/>
                <a:ext cx="360" cy="360"/>
              </p14:xfrm>
            </p:contentPart>
          </mc:Choice>
          <mc:Fallback xmlns="">
            <p:pic>
              <p:nvPicPr>
                <p:cNvPr id="3" name="Ink 2">
                  <a:extLst>
                    <a:ext uri="{FF2B5EF4-FFF2-40B4-BE49-F238E27FC236}">
                      <a16:creationId xmlns:a16="http://schemas.microsoft.com/office/drawing/2014/main" id="{70C33E12-5325-DAD0-A783-8114CFB4FCC2}"/>
                    </a:ext>
                  </a:extLst>
                </p:cNvPr>
                <p:cNvPicPr/>
                <p:nvPr/>
              </p:nvPicPr>
              <p:blipFill>
                <a:blip r:embed="rId5"/>
                <a:stretch>
                  <a:fillRect/>
                </a:stretch>
              </p:blipFill>
              <p:spPr>
                <a:xfrm>
                  <a:off x="8127583" y="4670966"/>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9F53565E-FE4B-6F52-3F0D-0EE466C67885}"/>
                    </a:ext>
                  </a:extLst>
                </p14:cNvPr>
                <p14:cNvContentPartPr/>
                <p14:nvPr/>
              </p14:nvContentPartPr>
              <p14:xfrm>
                <a:off x="7149103" y="4531286"/>
                <a:ext cx="1533960" cy="515520"/>
              </p14:xfrm>
            </p:contentPart>
          </mc:Choice>
          <mc:Fallback xmlns="">
            <p:pic>
              <p:nvPicPr>
                <p:cNvPr id="5" name="Ink 4">
                  <a:extLst>
                    <a:ext uri="{FF2B5EF4-FFF2-40B4-BE49-F238E27FC236}">
                      <a16:creationId xmlns:a16="http://schemas.microsoft.com/office/drawing/2014/main" id="{9F53565E-FE4B-6F52-3F0D-0EE466C67885}"/>
                    </a:ext>
                  </a:extLst>
                </p:cNvPr>
                <p:cNvPicPr/>
                <p:nvPr/>
              </p:nvPicPr>
              <p:blipFill>
                <a:blip r:embed="rId7"/>
                <a:stretch>
                  <a:fillRect/>
                </a:stretch>
              </p:blipFill>
              <p:spPr>
                <a:xfrm>
                  <a:off x="7113103" y="4495286"/>
                  <a:ext cx="1605600" cy="587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88847E21-3310-940F-2DED-0655BA53A53E}"/>
                    </a:ext>
                  </a:extLst>
                </p14:cNvPr>
                <p14:cNvContentPartPr/>
                <p14:nvPr/>
              </p14:nvContentPartPr>
              <p14:xfrm>
                <a:off x="8633383" y="4690766"/>
                <a:ext cx="995400" cy="19800"/>
              </p14:xfrm>
            </p:contentPart>
          </mc:Choice>
          <mc:Fallback xmlns="">
            <p:pic>
              <p:nvPicPr>
                <p:cNvPr id="7" name="Ink 6">
                  <a:extLst>
                    <a:ext uri="{FF2B5EF4-FFF2-40B4-BE49-F238E27FC236}">
                      <a16:creationId xmlns:a16="http://schemas.microsoft.com/office/drawing/2014/main" id="{88847E21-3310-940F-2DED-0655BA53A53E}"/>
                    </a:ext>
                  </a:extLst>
                </p:cNvPr>
                <p:cNvPicPr/>
                <p:nvPr/>
              </p:nvPicPr>
              <p:blipFill>
                <a:blip r:embed="rId9"/>
                <a:stretch>
                  <a:fillRect/>
                </a:stretch>
              </p:blipFill>
              <p:spPr>
                <a:xfrm>
                  <a:off x="8597743" y="4654766"/>
                  <a:ext cx="106704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F9C04590-39B1-79B6-AB90-856EBD5CC7E4}"/>
                    </a:ext>
                  </a:extLst>
                </p14:cNvPr>
                <p14:cNvContentPartPr/>
                <p14:nvPr/>
              </p14:nvContentPartPr>
              <p14:xfrm>
                <a:off x="10046023" y="4483046"/>
                <a:ext cx="1559880" cy="494280"/>
              </p14:xfrm>
            </p:contentPart>
          </mc:Choice>
          <mc:Fallback xmlns="">
            <p:pic>
              <p:nvPicPr>
                <p:cNvPr id="8" name="Ink 7">
                  <a:extLst>
                    <a:ext uri="{FF2B5EF4-FFF2-40B4-BE49-F238E27FC236}">
                      <a16:creationId xmlns:a16="http://schemas.microsoft.com/office/drawing/2014/main" id="{F9C04590-39B1-79B6-AB90-856EBD5CC7E4}"/>
                    </a:ext>
                  </a:extLst>
                </p:cNvPr>
                <p:cNvPicPr/>
                <p:nvPr/>
              </p:nvPicPr>
              <p:blipFill>
                <a:blip r:embed="rId11"/>
                <a:stretch>
                  <a:fillRect/>
                </a:stretch>
              </p:blipFill>
              <p:spPr>
                <a:xfrm>
                  <a:off x="10010023" y="4447046"/>
                  <a:ext cx="1631520" cy="565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4A178368-982C-5B0A-BF2F-405E5F9931D2}"/>
                  </a:ext>
                </a:extLst>
              </p14:cNvPr>
              <p14:cNvContentPartPr/>
              <p14:nvPr/>
            </p14:nvContentPartPr>
            <p14:xfrm>
              <a:off x="12328956" y="1588733"/>
              <a:ext cx="450421" cy="515558"/>
            </p14:xfrm>
          </p:contentPart>
        </mc:Choice>
        <mc:Fallback xmlns="">
          <p:pic>
            <p:nvPicPr>
              <p:cNvPr id="11" name="Ink 10">
                <a:extLst>
                  <a:ext uri="{FF2B5EF4-FFF2-40B4-BE49-F238E27FC236}">
                    <a16:creationId xmlns:a16="http://schemas.microsoft.com/office/drawing/2014/main" id="{4A178368-982C-5B0A-BF2F-405E5F9931D2}"/>
                  </a:ext>
                </a:extLst>
              </p:cNvPr>
              <p:cNvPicPr/>
              <p:nvPr/>
            </p:nvPicPr>
            <p:blipFill>
              <a:blip r:embed="rId13"/>
              <a:stretch>
                <a:fillRect/>
              </a:stretch>
            </p:blipFill>
            <p:spPr>
              <a:xfrm>
                <a:off x="12310968" y="1570744"/>
                <a:ext cx="486037" cy="551176"/>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E5CC8549-F797-30F1-9891-494E35AC06B8}"/>
                  </a:ext>
                </a:extLst>
              </p14:cNvPr>
              <p14:cNvContentPartPr/>
              <p14:nvPr/>
            </p14:nvContentPartPr>
            <p14:xfrm>
              <a:off x="12932978" y="1506939"/>
              <a:ext cx="224134" cy="330403"/>
            </p14:xfrm>
          </p:contentPart>
        </mc:Choice>
        <mc:Fallback xmlns="">
          <p:pic>
            <p:nvPicPr>
              <p:cNvPr id="12" name="Ink 11">
                <a:extLst>
                  <a:ext uri="{FF2B5EF4-FFF2-40B4-BE49-F238E27FC236}">
                    <a16:creationId xmlns:a16="http://schemas.microsoft.com/office/drawing/2014/main" id="{E5CC8549-F797-30F1-9891-494E35AC06B8}"/>
                  </a:ext>
                </a:extLst>
              </p:cNvPr>
              <p:cNvPicPr/>
              <p:nvPr/>
            </p:nvPicPr>
            <p:blipFill>
              <a:blip r:embed="rId15"/>
              <a:stretch>
                <a:fillRect/>
              </a:stretch>
            </p:blipFill>
            <p:spPr>
              <a:xfrm>
                <a:off x="12915378" y="1488963"/>
                <a:ext cx="259694" cy="365996"/>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Ink 12">
                <a:extLst>
                  <a:ext uri="{FF2B5EF4-FFF2-40B4-BE49-F238E27FC236}">
                    <a16:creationId xmlns:a16="http://schemas.microsoft.com/office/drawing/2014/main" id="{2935653F-1D68-EE75-60C5-14152C8FAC7E}"/>
                  </a:ext>
                </a:extLst>
              </p14:cNvPr>
              <p14:cNvContentPartPr/>
              <p14:nvPr/>
            </p14:nvContentPartPr>
            <p14:xfrm>
              <a:off x="12692418" y="2392111"/>
              <a:ext cx="41764" cy="472922"/>
            </p14:xfrm>
          </p:contentPart>
        </mc:Choice>
        <mc:Fallback xmlns="">
          <p:pic>
            <p:nvPicPr>
              <p:cNvPr id="13" name="Ink 12">
                <a:extLst>
                  <a:ext uri="{FF2B5EF4-FFF2-40B4-BE49-F238E27FC236}">
                    <a16:creationId xmlns:a16="http://schemas.microsoft.com/office/drawing/2014/main" id="{2935653F-1D68-EE75-60C5-14152C8FAC7E}"/>
                  </a:ext>
                </a:extLst>
              </p:cNvPr>
              <p:cNvPicPr/>
              <p:nvPr/>
            </p:nvPicPr>
            <p:blipFill>
              <a:blip r:embed="rId17"/>
              <a:stretch>
                <a:fillRect/>
              </a:stretch>
            </p:blipFill>
            <p:spPr>
              <a:xfrm>
                <a:off x="12674927" y="2374129"/>
                <a:ext cx="77103" cy="508526"/>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Ink 13">
                <a:extLst>
                  <a:ext uri="{FF2B5EF4-FFF2-40B4-BE49-F238E27FC236}">
                    <a16:creationId xmlns:a16="http://schemas.microsoft.com/office/drawing/2014/main" id="{5F7A969E-293A-00F9-B2DE-51A59167C236}"/>
                  </a:ext>
                </a:extLst>
              </p14:cNvPr>
              <p14:cNvContentPartPr/>
              <p14:nvPr/>
            </p14:nvContentPartPr>
            <p14:xfrm>
              <a:off x="12510448" y="2628891"/>
              <a:ext cx="420634" cy="340435"/>
            </p14:xfrm>
          </p:contentPart>
        </mc:Choice>
        <mc:Fallback xmlns="">
          <p:pic>
            <p:nvPicPr>
              <p:cNvPr id="14" name="Ink 13">
                <a:extLst>
                  <a:ext uri="{FF2B5EF4-FFF2-40B4-BE49-F238E27FC236}">
                    <a16:creationId xmlns:a16="http://schemas.microsoft.com/office/drawing/2014/main" id="{5F7A969E-293A-00F9-B2DE-51A59167C236}"/>
                  </a:ext>
                </a:extLst>
              </p:cNvPr>
              <p:cNvPicPr/>
              <p:nvPr/>
            </p:nvPicPr>
            <p:blipFill>
              <a:blip r:embed="rId19"/>
              <a:stretch>
                <a:fillRect/>
              </a:stretch>
            </p:blipFill>
            <p:spPr>
              <a:xfrm>
                <a:off x="12492817" y="2610917"/>
                <a:ext cx="456257" cy="376024"/>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5" name="Ink 14">
                <a:extLst>
                  <a:ext uri="{FF2B5EF4-FFF2-40B4-BE49-F238E27FC236}">
                    <a16:creationId xmlns:a16="http://schemas.microsoft.com/office/drawing/2014/main" id="{1401D5B3-53FF-DD53-3EC2-C3801C2EE7B4}"/>
                  </a:ext>
                </a:extLst>
              </p14:cNvPr>
              <p14:cNvContentPartPr/>
              <p14:nvPr/>
            </p14:nvContentPartPr>
            <p14:xfrm>
              <a:off x="12273135" y="3601978"/>
              <a:ext cx="236926" cy="441608"/>
            </p14:xfrm>
          </p:contentPart>
        </mc:Choice>
        <mc:Fallback xmlns="">
          <p:pic>
            <p:nvPicPr>
              <p:cNvPr id="15" name="Ink 14">
                <a:extLst>
                  <a:ext uri="{FF2B5EF4-FFF2-40B4-BE49-F238E27FC236}">
                    <a16:creationId xmlns:a16="http://schemas.microsoft.com/office/drawing/2014/main" id="{1401D5B3-53FF-DD53-3EC2-C3801C2EE7B4}"/>
                  </a:ext>
                </a:extLst>
              </p:cNvPr>
              <p:cNvPicPr/>
              <p:nvPr/>
            </p:nvPicPr>
            <p:blipFill>
              <a:blip r:embed="rId21"/>
              <a:stretch>
                <a:fillRect/>
              </a:stretch>
            </p:blipFill>
            <p:spPr>
              <a:xfrm>
                <a:off x="12255518" y="3583997"/>
                <a:ext cx="272519" cy="47721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A424009E-8CA8-2C34-4DF0-B04106378E99}"/>
                  </a:ext>
                </a:extLst>
              </p14:cNvPr>
              <p14:cNvContentPartPr/>
              <p14:nvPr/>
            </p14:nvContentPartPr>
            <p14:xfrm>
              <a:off x="12569752" y="3610969"/>
              <a:ext cx="115622" cy="352495"/>
            </p14:xfrm>
          </p:contentPart>
        </mc:Choice>
        <mc:Fallback xmlns="">
          <p:pic>
            <p:nvPicPr>
              <p:cNvPr id="16" name="Ink 15">
                <a:extLst>
                  <a:ext uri="{FF2B5EF4-FFF2-40B4-BE49-F238E27FC236}">
                    <a16:creationId xmlns:a16="http://schemas.microsoft.com/office/drawing/2014/main" id="{A424009E-8CA8-2C34-4DF0-B04106378E99}"/>
                  </a:ext>
                </a:extLst>
              </p:cNvPr>
              <p:cNvPicPr/>
              <p:nvPr/>
            </p:nvPicPr>
            <p:blipFill>
              <a:blip r:embed="rId23"/>
              <a:stretch>
                <a:fillRect/>
              </a:stretch>
            </p:blipFill>
            <p:spPr>
              <a:xfrm>
                <a:off x="12552157" y="3592985"/>
                <a:ext cx="151170" cy="388104"/>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8" name="Ink 17">
                <a:extLst>
                  <a:ext uri="{FF2B5EF4-FFF2-40B4-BE49-F238E27FC236}">
                    <a16:creationId xmlns:a16="http://schemas.microsoft.com/office/drawing/2014/main" id="{BE3D67B4-EC9A-C9BD-FBAC-D8F5327A4A19}"/>
                  </a:ext>
                </a:extLst>
              </p14:cNvPr>
              <p14:cNvContentPartPr/>
              <p14:nvPr/>
            </p14:nvContentPartPr>
            <p14:xfrm>
              <a:off x="12544567" y="3510660"/>
              <a:ext cx="198379" cy="100310"/>
            </p14:xfrm>
          </p:contentPart>
        </mc:Choice>
        <mc:Fallback xmlns="">
          <p:pic>
            <p:nvPicPr>
              <p:cNvPr id="18" name="Ink 17">
                <a:extLst>
                  <a:ext uri="{FF2B5EF4-FFF2-40B4-BE49-F238E27FC236}">
                    <a16:creationId xmlns:a16="http://schemas.microsoft.com/office/drawing/2014/main" id="{BE3D67B4-EC9A-C9BD-FBAC-D8F5327A4A19}"/>
                  </a:ext>
                </a:extLst>
              </p:cNvPr>
              <p:cNvPicPr/>
              <p:nvPr/>
            </p:nvPicPr>
            <p:blipFill>
              <a:blip r:embed="rId25"/>
              <a:stretch>
                <a:fillRect/>
              </a:stretch>
            </p:blipFill>
            <p:spPr>
              <a:xfrm>
                <a:off x="12526957" y="3493106"/>
                <a:ext cx="233958" cy="135777"/>
              </a:xfrm>
              <a:prstGeom prst="rect">
                <a:avLst/>
              </a:prstGeom>
            </p:spPr>
          </p:pic>
        </mc:Fallback>
      </mc:AlternateContent>
    </p:spTree>
    <p:extLst>
      <p:ext uri="{BB962C8B-B14F-4D97-AF65-F5344CB8AC3E}">
        <p14:creationId xmlns:p14="http://schemas.microsoft.com/office/powerpoint/2010/main" val="3181441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D1E33-63C6-4B58-9E69-FA65C538F754}"/>
              </a:ext>
            </a:extLst>
          </p:cNvPr>
          <p:cNvSpPr>
            <a:spLocks noGrp="1"/>
          </p:cNvSpPr>
          <p:nvPr>
            <p:ph type="title"/>
          </p:nvPr>
        </p:nvSpPr>
        <p:spPr/>
        <p:txBody>
          <a:bodyPr/>
          <a:lstStyle/>
          <a:p>
            <a:r>
              <a:rPr lang="en-US" sz="3921" dirty="0"/>
              <a:t>Availability Options</a:t>
            </a:r>
          </a:p>
        </p:txBody>
      </p:sp>
      <p:grpSp>
        <p:nvGrpSpPr>
          <p:cNvPr id="52" name="Group 51" descr="Three phase picture.  First phase on the left shows a single VM in the cloud, second phase shows several VM's running in an Availability Set, and third phase on the right showing VM's distributed across multiple regions.">
            <a:extLst>
              <a:ext uri="{FF2B5EF4-FFF2-40B4-BE49-F238E27FC236}">
                <a16:creationId xmlns:a16="http://schemas.microsoft.com/office/drawing/2014/main" id="{D8CEDAC8-6488-4905-8507-0E2C8F059862}"/>
              </a:ext>
            </a:extLst>
          </p:cNvPr>
          <p:cNvGrpSpPr/>
          <p:nvPr/>
        </p:nvGrpSpPr>
        <p:grpSpPr>
          <a:xfrm>
            <a:off x="639119" y="1507893"/>
            <a:ext cx="10913762" cy="4028635"/>
            <a:chOff x="639119" y="1753697"/>
            <a:chExt cx="10913762" cy="4028635"/>
          </a:xfrm>
        </p:grpSpPr>
        <p:sp>
          <p:nvSpPr>
            <p:cNvPr id="6" name="Freeform: Shape 5">
              <a:extLst>
                <a:ext uri="{FF2B5EF4-FFF2-40B4-BE49-F238E27FC236}">
                  <a16:creationId xmlns:a16="http://schemas.microsoft.com/office/drawing/2014/main" id="{C8CFEE28-AA80-4187-9DA6-664AD8EAEF28}"/>
                </a:ext>
              </a:extLst>
            </p:cNvPr>
            <p:cNvSpPr/>
            <p:nvPr/>
          </p:nvSpPr>
          <p:spPr bwMode="auto">
            <a:xfrm>
              <a:off x="639119" y="4962069"/>
              <a:ext cx="2741087" cy="0"/>
            </a:xfrm>
            <a:custGeom>
              <a:avLst/>
              <a:gdLst>
                <a:gd name="connsiteX0" fmla="*/ 0 w 1296238"/>
                <a:gd name="connsiteY0" fmla="*/ 0 h 0"/>
                <a:gd name="connsiteX1" fmla="*/ 1296238 w 1296238"/>
                <a:gd name="connsiteY1" fmla="*/ 0 h 0"/>
              </a:gdLst>
              <a:ahLst/>
              <a:cxnLst>
                <a:cxn ang="0">
                  <a:pos x="connsiteX0" y="connsiteY0"/>
                </a:cxn>
                <a:cxn ang="0">
                  <a:pos x="connsiteX1" y="connsiteY1"/>
                </a:cxn>
              </a:cxnLst>
              <a:rect l="l" t="t" r="r" b="b"/>
              <a:pathLst>
                <a:path w="1296238">
                  <a:moveTo>
                    <a:pt x="0" y="0"/>
                  </a:moveTo>
                  <a:lnTo>
                    <a:pt x="1296238" y="0"/>
                  </a:lnTo>
                </a:path>
              </a:pathLst>
            </a:custGeom>
            <a:noFill/>
            <a:ln w="15875">
              <a:solidFill>
                <a:srgbClr val="243A5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896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12" name="Rectangle 11">
              <a:extLst>
                <a:ext uri="{FF2B5EF4-FFF2-40B4-BE49-F238E27FC236}">
                  <a16:creationId xmlns:a16="http://schemas.microsoft.com/office/drawing/2014/main" id="{542839BF-0F52-4ABD-A570-5F17F433DDBD}"/>
                </a:ext>
              </a:extLst>
            </p:cNvPr>
            <p:cNvSpPr/>
            <p:nvPr/>
          </p:nvSpPr>
          <p:spPr>
            <a:xfrm>
              <a:off x="639119" y="5054435"/>
              <a:ext cx="2741089" cy="523220"/>
            </a:xfrm>
            <a:prstGeom prst="rect">
              <a:avLst/>
            </a:prstGeom>
          </p:spPr>
          <p:txBody>
            <a:bodyPr wrap="square">
              <a:spAutoFit/>
            </a:bodyPr>
            <a:lstStyle/>
            <a:p>
              <a:pPr algn="ctr" defTabSz="896354">
                <a:defRPr/>
              </a:pPr>
              <a:r>
                <a:rPr kumimoji="0" lang="en-US" sz="1400" b="0" i="0" u="none" strike="noStrike" kern="1200" cap="none" spc="0" normalizeH="0" baseline="0" noProof="0" dirty="0">
                  <a:ln>
                    <a:noFill/>
                  </a:ln>
                  <a:gradFill>
                    <a:gsLst>
                      <a:gs pos="78761">
                        <a:srgbClr val="353535"/>
                      </a:gs>
                      <a:gs pos="0">
                        <a:srgbClr val="353535"/>
                      </a:gs>
                    </a:gsLst>
                    <a:lin ang="5400000" scaled="0"/>
                  </a:gradFill>
                  <a:effectLst/>
                  <a:uLnTx/>
                  <a:uFillTx/>
                  <a:latin typeface="+mj-lt"/>
                  <a:ea typeface="+mn-ea"/>
                  <a:cs typeface="Segoe UI Semibold" panose="020B0702040204020203" pitchFamily="34" charset="0"/>
                </a:rPr>
                <a:t>SINGLE VM</a:t>
              </a:r>
              <a:endParaRPr kumimoji="0" lang="en-US" sz="1400" b="0" i="0" u="none" strike="noStrike" kern="1200" cap="none" spc="0" normalizeH="0" baseline="0" noProof="0" dirty="0">
                <a:ln>
                  <a:noFill/>
                </a:ln>
                <a:gradFill>
                  <a:gsLst>
                    <a:gs pos="78761">
                      <a:srgbClr val="353535"/>
                    </a:gs>
                    <a:gs pos="0">
                      <a:srgbClr val="353535"/>
                    </a:gs>
                  </a:gsLst>
                  <a:lin ang="5400000" scaled="0"/>
                </a:gradFill>
                <a:effectLst/>
                <a:uLnTx/>
                <a:uFillTx/>
                <a:latin typeface="+mj-lt"/>
                <a:ea typeface="+mn-ea"/>
              </a:endParaRPr>
            </a:p>
            <a:p>
              <a:pPr marL="0" marR="0" lvl="0" indent="0" algn="ctr" defTabSz="896354"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gradFill>
                    <a:gsLst>
                      <a:gs pos="78761">
                        <a:srgbClr val="353535"/>
                      </a:gs>
                      <a:gs pos="0">
                        <a:srgbClr val="353535"/>
                      </a:gs>
                    </a:gsLst>
                    <a:lin ang="5400000" scaled="0"/>
                  </a:gradFill>
                  <a:effectLst/>
                  <a:uLnTx/>
                  <a:uFillTx/>
                  <a:ea typeface="+mn-ea"/>
                </a:rPr>
                <a:t>Easier lift and shift</a:t>
              </a:r>
            </a:p>
          </p:txBody>
        </p:sp>
        <p:sp>
          <p:nvSpPr>
            <p:cNvPr id="15" name="Rectangle 365">
              <a:extLst>
                <a:ext uri="{FF2B5EF4-FFF2-40B4-BE49-F238E27FC236}">
                  <a16:creationId xmlns:a16="http://schemas.microsoft.com/office/drawing/2014/main" id="{E406852C-3B6F-4AE9-89FE-8DE4C82F78D1}"/>
                </a:ext>
              </a:extLst>
            </p:cNvPr>
            <p:cNvSpPr>
              <a:spLocks noChangeArrowheads="1"/>
            </p:cNvSpPr>
            <p:nvPr/>
          </p:nvSpPr>
          <p:spPr bwMode="auto">
            <a:xfrm>
              <a:off x="683068" y="1753697"/>
              <a:ext cx="2741089" cy="51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80" tIns="43940" rIns="87880" bIns="4394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defTabSz="896354" eaLnBrk="1" hangingPunct="1">
                <a:defRPr/>
              </a:pPr>
              <a:r>
                <a:rPr kumimoji="0" lang="en-US" altLang="en-US" sz="1400" b="0" i="0" u="none" strike="noStrike" kern="1200" cap="none" spc="0" normalizeH="0" baseline="0" noProof="0" dirty="0">
                  <a:ln>
                    <a:noFill/>
                  </a:ln>
                  <a:gradFill>
                    <a:gsLst>
                      <a:gs pos="78761">
                        <a:srgbClr val="353535"/>
                      </a:gs>
                      <a:gs pos="0">
                        <a:srgbClr val="353535"/>
                      </a:gs>
                    </a:gsLst>
                    <a:lin ang="5400000" scaled="0"/>
                  </a:gradFill>
                  <a:effectLst/>
                  <a:uLnTx/>
                  <a:uFillTx/>
                  <a:latin typeface="+mj-lt"/>
                  <a:ea typeface="+mn-ea"/>
                  <a:cs typeface="Segoe UI Semibold" panose="020B0702040204020203" pitchFamily="34" charset="0"/>
                </a:rPr>
                <a:t>VM SLA</a:t>
              </a:r>
              <a:endParaRPr kumimoji="0" lang="en-US" altLang="en-US" sz="1400" b="0" i="0" u="none" strike="noStrike" kern="1200" cap="none" spc="0" normalizeH="0" baseline="0" noProof="0" dirty="0">
                <a:ln>
                  <a:noFill/>
                </a:ln>
                <a:gradFill>
                  <a:gsLst>
                    <a:gs pos="78761">
                      <a:srgbClr val="353535"/>
                    </a:gs>
                    <a:gs pos="0">
                      <a:srgbClr val="353535"/>
                    </a:gs>
                  </a:gsLst>
                  <a:lin ang="5400000" scaled="0"/>
                </a:gradFill>
                <a:effectLst/>
                <a:uLnTx/>
                <a:uFillTx/>
                <a:latin typeface="+mn-lt"/>
                <a:ea typeface="+mn-ea"/>
                <a:cs typeface="Segoe UI" panose="020B0502040204020203" pitchFamily="34" charset="0"/>
              </a:endParaRPr>
            </a:p>
            <a:p>
              <a:pPr marL="0" marR="0" lvl="0" indent="0" algn="ctr" defTabSz="896354"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gradFill>
                    <a:gsLst>
                      <a:gs pos="78761">
                        <a:srgbClr val="353535"/>
                      </a:gs>
                      <a:gs pos="0">
                        <a:srgbClr val="353535"/>
                      </a:gs>
                    </a:gsLst>
                    <a:lin ang="5400000" scaled="0"/>
                  </a:gradFill>
                  <a:effectLst/>
                  <a:uLnTx/>
                  <a:uFillTx/>
                  <a:latin typeface="+mn-lt"/>
                  <a:ea typeface="+mn-ea"/>
                  <a:cs typeface="Segoe UI" panose="020B0502040204020203" pitchFamily="34" charset="0"/>
                </a:rPr>
                <a:t>99.9% </a:t>
              </a:r>
              <a:r>
                <a:rPr kumimoji="0" lang="en-US" altLang="en-US" sz="1200" b="0" i="0" u="none" strike="noStrike" kern="1200" cap="none" spc="0" normalizeH="0" baseline="0" noProof="0" dirty="0">
                  <a:ln>
                    <a:noFill/>
                  </a:ln>
                  <a:gradFill>
                    <a:gsLst>
                      <a:gs pos="78761">
                        <a:srgbClr val="353535"/>
                      </a:gs>
                      <a:gs pos="0">
                        <a:srgbClr val="353535"/>
                      </a:gs>
                    </a:gsLst>
                    <a:lin ang="5400000" scaled="0"/>
                  </a:gradFill>
                  <a:effectLst/>
                  <a:uLnTx/>
                  <a:uFillTx/>
                  <a:latin typeface="+mn-lt"/>
                  <a:ea typeface="+mn-ea"/>
                </a:rPr>
                <a:t>with Premium Storage</a:t>
              </a:r>
              <a:endParaRPr kumimoji="0" lang="en-US" altLang="en-US" sz="1400" b="0" i="0" u="none" strike="noStrike" kern="1200" cap="none" spc="0" normalizeH="0" baseline="0" noProof="0" dirty="0">
                <a:ln>
                  <a:noFill/>
                </a:ln>
                <a:gradFill>
                  <a:gsLst>
                    <a:gs pos="78761">
                      <a:srgbClr val="353535"/>
                    </a:gs>
                    <a:gs pos="0">
                      <a:srgbClr val="353535"/>
                    </a:gs>
                  </a:gsLst>
                  <a:lin ang="5400000" scaled="0"/>
                </a:gradFill>
                <a:effectLst/>
                <a:uLnTx/>
                <a:uFillTx/>
                <a:latin typeface="+mn-lt"/>
                <a:ea typeface="+mn-ea"/>
              </a:endParaRPr>
            </a:p>
          </p:txBody>
        </p:sp>
        <p:sp>
          <p:nvSpPr>
            <p:cNvPr id="28" name="Freeform: Shape 27">
              <a:extLst>
                <a:ext uri="{FF2B5EF4-FFF2-40B4-BE49-F238E27FC236}">
                  <a16:creationId xmlns:a16="http://schemas.microsoft.com/office/drawing/2014/main" id="{1D1B7222-CC0D-4FD6-AA74-095F1C2E5CE6}"/>
                </a:ext>
              </a:extLst>
            </p:cNvPr>
            <p:cNvSpPr/>
            <p:nvPr/>
          </p:nvSpPr>
          <p:spPr bwMode="auto">
            <a:xfrm flipV="1">
              <a:off x="639119" y="2299825"/>
              <a:ext cx="2741087" cy="0"/>
            </a:xfrm>
            <a:custGeom>
              <a:avLst/>
              <a:gdLst>
                <a:gd name="connsiteX0" fmla="*/ 0 w 1296238"/>
                <a:gd name="connsiteY0" fmla="*/ 0 h 0"/>
                <a:gd name="connsiteX1" fmla="*/ 1296238 w 1296238"/>
                <a:gd name="connsiteY1" fmla="*/ 0 h 0"/>
              </a:gdLst>
              <a:ahLst/>
              <a:cxnLst>
                <a:cxn ang="0">
                  <a:pos x="connsiteX0" y="connsiteY0"/>
                </a:cxn>
                <a:cxn ang="0">
                  <a:pos x="connsiteX1" y="connsiteY1"/>
                </a:cxn>
              </a:cxnLst>
              <a:rect l="l" t="t" r="r" b="b"/>
              <a:pathLst>
                <a:path w="1296238">
                  <a:moveTo>
                    <a:pt x="0" y="0"/>
                  </a:moveTo>
                  <a:lnTo>
                    <a:pt x="1296238" y="0"/>
                  </a:lnTo>
                </a:path>
              </a:pathLst>
            </a:custGeom>
            <a:noFill/>
            <a:ln w="15875">
              <a:solidFill>
                <a:srgbClr val="243A5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896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41" name="PC1_E977">
              <a:extLst>
                <a:ext uri="{FF2B5EF4-FFF2-40B4-BE49-F238E27FC236}">
                  <a16:creationId xmlns:a16="http://schemas.microsoft.com/office/drawing/2014/main" id="{05BCE54E-DA0E-4BF0-BA0A-4DE9A18587D9}"/>
                </a:ext>
              </a:extLst>
            </p:cNvPr>
            <p:cNvSpPr>
              <a:spLocks noChangeAspect="1" noEditPoints="1"/>
            </p:cNvSpPr>
            <p:nvPr/>
          </p:nvSpPr>
          <p:spPr bwMode="auto">
            <a:xfrm>
              <a:off x="933694" y="2629463"/>
              <a:ext cx="2239838" cy="2076162"/>
            </a:xfrm>
            <a:custGeom>
              <a:avLst/>
              <a:gdLst>
                <a:gd name="T0" fmla="*/ 1697 w 5093"/>
                <a:gd name="T1" fmla="*/ 1359 h 4076"/>
                <a:gd name="T2" fmla="*/ 5093 w 5093"/>
                <a:gd name="T3" fmla="*/ 1359 h 4076"/>
                <a:gd name="T4" fmla="*/ 5093 w 5093"/>
                <a:gd name="T5" fmla="*/ 3398 h 4076"/>
                <a:gd name="T6" fmla="*/ 1697 w 5093"/>
                <a:gd name="T7" fmla="*/ 3398 h 4076"/>
                <a:gd name="T8" fmla="*/ 1697 w 5093"/>
                <a:gd name="T9" fmla="*/ 1359 h 4076"/>
                <a:gd name="T10" fmla="*/ 3396 w 5093"/>
                <a:gd name="T11" fmla="*/ 3398 h 4076"/>
                <a:gd name="T12" fmla="*/ 3396 w 5093"/>
                <a:gd name="T13" fmla="*/ 4076 h 4076"/>
                <a:gd name="T14" fmla="*/ 2547 w 5093"/>
                <a:gd name="T15" fmla="*/ 4076 h 4076"/>
                <a:gd name="T16" fmla="*/ 4244 w 5093"/>
                <a:gd name="T17" fmla="*/ 4076 h 4076"/>
                <a:gd name="T18" fmla="*/ 510 w 5093"/>
                <a:gd name="T19" fmla="*/ 680 h 4076"/>
                <a:gd name="T20" fmla="*/ 1528 w 5093"/>
                <a:gd name="T21" fmla="*/ 680 h 4076"/>
                <a:gd name="T22" fmla="*/ 510 w 5093"/>
                <a:gd name="T23" fmla="*/ 3398 h 4076"/>
                <a:gd name="T24" fmla="*/ 1697 w 5093"/>
                <a:gd name="T25" fmla="*/ 3398 h 4076"/>
                <a:gd name="T26" fmla="*/ 510 w 5093"/>
                <a:gd name="T27" fmla="*/ 2718 h 4076"/>
                <a:gd name="T28" fmla="*/ 1705 w 5093"/>
                <a:gd name="T29" fmla="*/ 2718 h 4076"/>
                <a:gd name="T30" fmla="*/ 2038 w 5093"/>
                <a:gd name="T31" fmla="*/ 1359 h 4076"/>
                <a:gd name="T32" fmla="*/ 2038 w 5093"/>
                <a:gd name="T33" fmla="*/ 0 h 4076"/>
                <a:gd name="T34" fmla="*/ 0 w 5093"/>
                <a:gd name="T35" fmla="*/ 0 h 4076"/>
                <a:gd name="T36" fmla="*/ 0 w 5093"/>
                <a:gd name="T37" fmla="*/ 4076 h 4076"/>
                <a:gd name="T38" fmla="*/ 2038 w 5093"/>
                <a:gd name="T39" fmla="*/ 4076 h 4076"/>
                <a:gd name="T40" fmla="*/ 2038 w 5093"/>
                <a:gd name="T41" fmla="*/ 3398 h 40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93" h="4076">
                  <a:moveTo>
                    <a:pt x="1697" y="1359"/>
                  </a:moveTo>
                  <a:lnTo>
                    <a:pt x="5093" y="1359"/>
                  </a:lnTo>
                  <a:lnTo>
                    <a:pt x="5093" y="3398"/>
                  </a:lnTo>
                  <a:lnTo>
                    <a:pt x="1697" y="3398"/>
                  </a:lnTo>
                  <a:lnTo>
                    <a:pt x="1697" y="1359"/>
                  </a:lnTo>
                  <a:moveTo>
                    <a:pt x="3396" y="3398"/>
                  </a:moveTo>
                  <a:lnTo>
                    <a:pt x="3396" y="4076"/>
                  </a:lnTo>
                  <a:moveTo>
                    <a:pt x="2547" y="4076"/>
                  </a:moveTo>
                  <a:lnTo>
                    <a:pt x="4244" y="4076"/>
                  </a:lnTo>
                  <a:moveTo>
                    <a:pt x="510" y="680"/>
                  </a:moveTo>
                  <a:lnTo>
                    <a:pt x="1528" y="680"/>
                  </a:lnTo>
                  <a:moveTo>
                    <a:pt x="510" y="3398"/>
                  </a:moveTo>
                  <a:lnTo>
                    <a:pt x="1697" y="3398"/>
                  </a:lnTo>
                  <a:moveTo>
                    <a:pt x="510" y="2718"/>
                  </a:moveTo>
                  <a:lnTo>
                    <a:pt x="1705" y="2718"/>
                  </a:lnTo>
                  <a:moveTo>
                    <a:pt x="2038" y="1359"/>
                  </a:moveTo>
                  <a:lnTo>
                    <a:pt x="2038" y="0"/>
                  </a:lnTo>
                  <a:lnTo>
                    <a:pt x="0" y="0"/>
                  </a:lnTo>
                  <a:lnTo>
                    <a:pt x="0" y="4076"/>
                  </a:lnTo>
                  <a:lnTo>
                    <a:pt x="2038" y="4076"/>
                  </a:lnTo>
                  <a:lnTo>
                    <a:pt x="2038" y="3398"/>
                  </a:ln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7880" tIns="43940" rIns="87880" bIns="43940" numCol="1" anchor="t" anchorCtr="0" compatLnSpc="1">
              <a:prstTxWarp prst="textNoShape">
                <a:avLst/>
              </a:prstTxWarp>
            </a:bodyPr>
            <a:lstStyle/>
            <a:p>
              <a:pPr marL="0" marR="0" lvl="0" indent="0" algn="l" defTabSz="896354"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gradFill>
                  <a:gsLst>
                    <a:gs pos="0">
                      <a:srgbClr val="505050"/>
                    </a:gs>
                    <a:gs pos="100000">
                      <a:srgbClr val="505050"/>
                    </a:gs>
                  </a:gsLst>
                </a:gradFill>
                <a:effectLst/>
                <a:uLnTx/>
                <a:uFillTx/>
                <a:latin typeface="Segoe UI Semilight"/>
                <a:ea typeface="+mn-ea"/>
                <a:cs typeface="+mn-cs"/>
              </a:endParaRPr>
            </a:p>
          </p:txBody>
        </p:sp>
        <p:sp>
          <p:nvSpPr>
            <p:cNvPr id="9" name="Freeform: Shape 8">
              <a:extLst>
                <a:ext uri="{FF2B5EF4-FFF2-40B4-BE49-F238E27FC236}">
                  <a16:creationId xmlns:a16="http://schemas.microsoft.com/office/drawing/2014/main" id="{E13D51CB-62C9-4BD6-B804-E9B898F40A34}"/>
                </a:ext>
              </a:extLst>
            </p:cNvPr>
            <p:cNvSpPr/>
            <p:nvPr/>
          </p:nvSpPr>
          <p:spPr bwMode="auto">
            <a:xfrm>
              <a:off x="7990882" y="4962069"/>
              <a:ext cx="3561999" cy="0"/>
            </a:xfrm>
            <a:custGeom>
              <a:avLst/>
              <a:gdLst>
                <a:gd name="connsiteX0" fmla="*/ 0 w 1296238"/>
                <a:gd name="connsiteY0" fmla="*/ 0 h 0"/>
                <a:gd name="connsiteX1" fmla="*/ 1296238 w 1296238"/>
                <a:gd name="connsiteY1" fmla="*/ 0 h 0"/>
              </a:gdLst>
              <a:ahLst/>
              <a:cxnLst>
                <a:cxn ang="0">
                  <a:pos x="connsiteX0" y="connsiteY0"/>
                </a:cxn>
                <a:cxn ang="0">
                  <a:pos x="connsiteX1" y="connsiteY1"/>
                </a:cxn>
              </a:cxnLst>
              <a:rect l="l" t="t" r="r" b="b"/>
              <a:pathLst>
                <a:path w="1296238">
                  <a:moveTo>
                    <a:pt x="0" y="0"/>
                  </a:moveTo>
                  <a:lnTo>
                    <a:pt x="1296238" y="0"/>
                  </a:lnTo>
                </a:path>
              </a:pathLst>
            </a:custGeom>
            <a:noFill/>
            <a:ln w="15875">
              <a:solidFill>
                <a:srgbClr val="243A5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896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26" name="Rectangle 25">
              <a:extLst>
                <a:ext uri="{FF2B5EF4-FFF2-40B4-BE49-F238E27FC236}">
                  <a16:creationId xmlns:a16="http://schemas.microsoft.com/office/drawing/2014/main" id="{F29F91C1-7DD7-4F3E-A9D7-9FD218EC2450}"/>
                </a:ext>
              </a:extLst>
            </p:cNvPr>
            <p:cNvSpPr/>
            <p:nvPr/>
          </p:nvSpPr>
          <p:spPr>
            <a:xfrm>
              <a:off x="7986568" y="5043668"/>
              <a:ext cx="3561999" cy="738664"/>
            </a:xfrm>
            <a:prstGeom prst="rect">
              <a:avLst/>
            </a:prstGeom>
          </p:spPr>
          <p:txBody>
            <a:bodyPr wrap="square">
              <a:spAutoFit/>
            </a:bodyPr>
            <a:lstStyle/>
            <a:p>
              <a:pPr algn="ctr" defTabSz="896354">
                <a:defRPr/>
              </a:pPr>
              <a:r>
                <a:rPr kumimoji="0" lang="en-US" sz="1400" b="0" i="0" u="none" strike="noStrike" kern="1200" cap="none" spc="0" normalizeH="0" baseline="0" noProof="0" dirty="0">
                  <a:ln>
                    <a:noFill/>
                  </a:ln>
                  <a:gradFill>
                    <a:gsLst>
                      <a:gs pos="78761">
                        <a:srgbClr val="353535"/>
                      </a:gs>
                      <a:gs pos="0">
                        <a:srgbClr val="353535"/>
                      </a:gs>
                    </a:gsLst>
                    <a:lin ang="5400000" scaled="0"/>
                  </a:gradFill>
                  <a:effectLst/>
                  <a:uLnTx/>
                  <a:uFillTx/>
                  <a:latin typeface="+mj-lt"/>
                  <a:ea typeface="+mn-ea"/>
                  <a:cs typeface="Segoe UI Semibold" panose="020B0702040204020203" pitchFamily="34" charset="0"/>
                </a:rPr>
                <a:t>REGION PAIRS</a:t>
              </a:r>
              <a:endParaRPr kumimoji="0" lang="en-US" sz="1400" b="0" i="0" u="none" strike="noStrike" kern="1200" cap="none" spc="0" normalizeH="0" baseline="0" noProof="0" dirty="0">
                <a:ln>
                  <a:noFill/>
                </a:ln>
                <a:gradFill>
                  <a:gsLst>
                    <a:gs pos="78761">
                      <a:srgbClr val="353535"/>
                    </a:gs>
                    <a:gs pos="0">
                      <a:srgbClr val="353535"/>
                    </a:gs>
                  </a:gsLst>
                  <a:lin ang="5400000" scaled="0"/>
                </a:gradFill>
                <a:effectLst/>
                <a:uLnTx/>
                <a:uFillTx/>
                <a:latin typeface="+mj-lt"/>
                <a:ea typeface="+mn-ea"/>
              </a:endParaRPr>
            </a:p>
            <a:p>
              <a:pPr marL="0" marR="0" lvl="0" indent="0" algn="ctr" defTabSz="896354"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gradFill>
                    <a:gsLst>
                      <a:gs pos="78761">
                        <a:srgbClr val="353535"/>
                      </a:gs>
                      <a:gs pos="0">
                        <a:srgbClr val="353535"/>
                      </a:gs>
                    </a:gsLst>
                    <a:lin ang="5400000" scaled="0"/>
                  </a:gradFill>
                  <a:effectLst/>
                  <a:uLnTx/>
                  <a:uFillTx/>
                  <a:ea typeface="+mn-ea"/>
                </a:rPr>
                <a:t>Regional protection within Data Residency Boundaries</a:t>
              </a:r>
            </a:p>
          </p:txBody>
        </p:sp>
        <p:sp>
          <p:nvSpPr>
            <p:cNvPr id="31" name="Freeform: Shape 30">
              <a:extLst>
                <a:ext uri="{FF2B5EF4-FFF2-40B4-BE49-F238E27FC236}">
                  <a16:creationId xmlns:a16="http://schemas.microsoft.com/office/drawing/2014/main" id="{6D58DF6F-F4F6-4434-9F42-6F1AF2304DE7}"/>
                </a:ext>
              </a:extLst>
            </p:cNvPr>
            <p:cNvSpPr/>
            <p:nvPr/>
          </p:nvSpPr>
          <p:spPr bwMode="auto">
            <a:xfrm>
              <a:off x="7990882" y="2299825"/>
              <a:ext cx="3561999" cy="0"/>
            </a:xfrm>
            <a:custGeom>
              <a:avLst/>
              <a:gdLst>
                <a:gd name="connsiteX0" fmla="*/ 0 w 1296238"/>
                <a:gd name="connsiteY0" fmla="*/ 0 h 0"/>
                <a:gd name="connsiteX1" fmla="*/ 1296238 w 1296238"/>
                <a:gd name="connsiteY1" fmla="*/ 0 h 0"/>
              </a:gdLst>
              <a:ahLst/>
              <a:cxnLst>
                <a:cxn ang="0">
                  <a:pos x="connsiteX0" y="connsiteY0"/>
                </a:cxn>
                <a:cxn ang="0">
                  <a:pos x="connsiteX1" y="connsiteY1"/>
                </a:cxn>
              </a:cxnLst>
              <a:rect l="l" t="t" r="r" b="b"/>
              <a:pathLst>
                <a:path w="1296238">
                  <a:moveTo>
                    <a:pt x="0" y="0"/>
                  </a:moveTo>
                  <a:lnTo>
                    <a:pt x="1296238" y="0"/>
                  </a:lnTo>
                </a:path>
              </a:pathLst>
            </a:custGeom>
            <a:noFill/>
            <a:ln w="15875">
              <a:solidFill>
                <a:srgbClr val="243A5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896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39" name="Rectangle 362">
              <a:extLst>
                <a:ext uri="{FF2B5EF4-FFF2-40B4-BE49-F238E27FC236}">
                  <a16:creationId xmlns:a16="http://schemas.microsoft.com/office/drawing/2014/main" id="{EA50117F-28D2-4058-B941-79C44F7DDF37}"/>
                </a:ext>
              </a:extLst>
            </p:cNvPr>
            <p:cNvSpPr>
              <a:spLocks noChangeArrowheads="1"/>
            </p:cNvSpPr>
            <p:nvPr/>
          </p:nvSpPr>
          <p:spPr bwMode="auto">
            <a:xfrm>
              <a:off x="7986567" y="1757900"/>
              <a:ext cx="3561999" cy="304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80" tIns="43940" rIns="87880" bIns="4394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896354"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gradFill>
                    <a:gsLst>
                      <a:gs pos="78761">
                        <a:srgbClr val="353535"/>
                      </a:gs>
                      <a:gs pos="0">
                        <a:srgbClr val="353535"/>
                      </a:gs>
                    </a:gsLst>
                    <a:lin ang="5400000" scaled="0"/>
                  </a:gradFill>
                  <a:effectLst/>
                  <a:uLnTx/>
                  <a:uFillTx/>
                  <a:latin typeface="Segoe UI Semibold" panose="020B0702040204020203" pitchFamily="34" charset="0"/>
                  <a:ea typeface="+mn-ea"/>
                  <a:cs typeface="Segoe UI Semibold" panose="020B0702040204020203" pitchFamily="34" charset="0"/>
                </a:rPr>
                <a:t>MULTI-REGION DISASTER RECOVERY</a:t>
              </a:r>
            </a:p>
          </p:txBody>
        </p:sp>
        <p:grpSp>
          <p:nvGrpSpPr>
            <p:cNvPr id="5" name="Group 4">
              <a:extLst>
                <a:ext uri="{FF2B5EF4-FFF2-40B4-BE49-F238E27FC236}">
                  <a16:creationId xmlns:a16="http://schemas.microsoft.com/office/drawing/2014/main" id="{20B62707-FB7B-43CA-BC0D-7857B566D30A}"/>
                </a:ext>
              </a:extLst>
            </p:cNvPr>
            <p:cNvGrpSpPr/>
            <p:nvPr/>
          </p:nvGrpSpPr>
          <p:grpSpPr>
            <a:xfrm>
              <a:off x="8022946" y="2672490"/>
              <a:ext cx="3525621" cy="1968572"/>
              <a:chOff x="6183185" y="2526144"/>
              <a:chExt cx="2627152" cy="1430917"/>
            </a:xfrm>
          </p:grpSpPr>
          <p:sp>
            <p:nvSpPr>
              <p:cNvPr id="58" name="Freeform 11">
                <a:extLst>
                  <a:ext uri="{FF2B5EF4-FFF2-40B4-BE49-F238E27FC236}">
                    <a16:creationId xmlns:a16="http://schemas.microsoft.com/office/drawing/2014/main" id="{354CE7FD-1E1D-469C-93DB-93C7A02E3961}"/>
                  </a:ext>
                </a:extLst>
              </p:cNvPr>
              <p:cNvSpPr>
                <a:spLocks/>
              </p:cNvSpPr>
              <p:nvPr/>
            </p:nvSpPr>
            <p:spPr bwMode="auto">
              <a:xfrm>
                <a:off x="7806822" y="3089594"/>
                <a:ext cx="543841" cy="402875"/>
              </a:xfrm>
              <a:custGeom>
                <a:avLst/>
                <a:gdLst>
                  <a:gd name="T0" fmla="*/ 752 w 1651"/>
                  <a:gd name="T1" fmla="*/ 1056 h 1056"/>
                  <a:gd name="T2" fmla="*/ 0 w 1651"/>
                  <a:gd name="T3" fmla="*/ 1056 h 1056"/>
                  <a:gd name="T4" fmla="*/ 0 w 1651"/>
                  <a:gd name="T5" fmla="*/ 153 h 1056"/>
                  <a:gd name="T6" fmla="*/ 452 w 1651"/>
                  <a:gd name="T7" fmla="*/ 153 h 1056"/>
                  <a:gd name="T8" fmla="*/ 452 w 1651"/>
                  <a:gd name="T9" fmla="*/ 755 h 1056"/>
                  <a:gd name="T10" fmla="*/ 360 w 1651"/>
                  <a:gd name="T11" fmla="*/ 755 h 1056"/>
                  <a:gd name="T12" fmla="*/ 452 w 1651"/>
                  <a:gd name="T13" fmla="*/ 755 h 1056"/>
                  <a:gd name="T14" fmla="*/ 452 w 1651"/>
                  <a:gd name="T15" fmla="*/ 0 h 1056"/>
                  <a:gd name="T16" fmla="*/ 1199 w 1651"/>
                  <a:gd name="T17" fmla="*/ 0 h 1056"/>
                  <a:gd name="T18" fmla="*/ 1199 w 1651"/>
                  <a:gd name="T19" fmla="*/ 755 h 1056"/>
                  <a:gd name="T20" fmla="*/ 1291 w 1651"/>
                  <a:gd name="T21" fmla="*/ 755 h 1056"/>
                  <a:gd name="T22" fmla="*/ 1199 w 1651"/>
                  <a:gd name="T23" fmla="*/ 755 h 1056"/>
                  <a:gd name="T24" fmla="*/ 1199 w 1651"/>
                  <a:gd name="T25" fmla="*/ 153 h 1056"/>
                  <a:gd name="T26" fmla="*/ 1651 w 1651"/>
                  <a:gd name="T27" fmla="*/ 153 h 1056"/>
                  <a:gd name="T28" fmla="*/ 1651 w 1651"/>
                  <a:gd name="T29" fmla="*/ 1056 h 1056"/>
                  <a:gd name="T30" fmla="*/ 900 w 1651"/>
                  <a:gd name="T31" fmla="*/ 1056 h 1056"/>
                  <a:gd name="T32" fmla="*/ 900 w 1651"/>
                  <a:gd name="T33" fmla="*/ 751 h 1056"/>
                  <a:gd name="T34" fmla="*/ 752 w 1651"/>
                  <a:gd name="T35" fmla="*/ 751 h 1056"/>
                  <a:gd name="T36" fmla="*/ 752 w 1651"/>
                  <a:gd name="T37" fmla="*/ 1056 h 10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51" h="1056">
                    <a:moveTo>
                      <a:pt x="752" y="1056"/>
                    </a:moveTo>
                    <a:lnTo>
                      <a:pt x="0" y="1056"/>
                    </a:lnTo>
                    <a:lnTo>
                      <a:pt x="0" y="153"/>
                    </a:lnTo>
                    <a:lnTo>
                      <a:pt x="452" y="153"/>
                    </a:lnTo>
                    <a:lnTo>
                      <a:pt x="452" y="755"/>
                    </a:lnTo>
                    <a:lnTo>
                      <a:pt x="360" y="755"/>
                    </a:lnTo>
                    <a:lnTo>
                      <a:pt x="452" y="755"/>
                    </a:lnTo>
                    <a:lnTo>
                      <a:pt x="452" y="0"/>
                    </a:lnTo>
                    <a:lnTo>
                      <a:pt x="1199" y="0"/>
                    </a:lnTo>
                    <a:lnTo>
                      <a:pt x="1199" y="755"/>
                    </a:lnTo>
                    <a:lnTo>
                      <a:pt x="1291" y="755"/>
                    </a:lnTo>
                    <a:lnTo>
                      <a:pt x="1199" y="755"/>
                    </a:lnTo>
                    <a:lnTo>
                      <a:pt x="1199" y="153"/>
                    </a:lnTo>
                    <a:lnTo>
                      <a:pt x="1651" y="153"/>
                    </a:lnTo>
                    <a:lnTo>
                      <a:pt x="1651" y="1056"/>
                    </a:lnTo>
                    <a:lnTo>
                      <a:pt x="900" y="1056"/>
                    </a:lnTo>
                    <a:lnTo>
                      <a:pt x="900" y="751"/>
                    </a:lnTo>
                    <a:lnTo>
                      <a:pt x="752" y="751"/>
                    </a:lnTo>
                    <a:lnTo>
                      <a:pt x="752" y="1056"/>
                    </a:lnTo>
                    <a:close/>
                  </a:path>
                </a:pathLst>
              </a:custGeom>
              <a:noFill/>
              <a:ln w="158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7880" tIns="43940" rIns="87880" bIns="43940" numCol="1" anchor="t" anchorCtr="0" compatLnSpc="1">
                <a:prstTxWarp prst="textNoShape">
                  <a:avLst/>
                </a:prstTxWarp>
              </a:bodyPr>
              <a:lstStyle/>
              <a:p>
                <a:pPr marL="0" marR="0" lvl="0" indent="0" algn="l" defTabSz="896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53535"/>
                  </a:solidFill>
                  <a:effectLst/>
                  <a:uLnTx/>
                  <a:uFillTx/>
                  <a:latin typeface="Segoe UI Semilight"/>
                  <a:ea typeface="+mn-ea"/>
                  <a:cs typeface="+mn-cs"/>
                </a:endParaRPr>
              </a:p>
            </p:txBody>
          </p:sp>
          <p:sp>
            <p:nvSpPr>
              <p:cNvPr id="59" name="Freeform 11">
                <a:extLst>
                  <a:ext uri="{FF2B5EF4-FFF2-40B4-BE49-F238E27FC236}">
                    <a16:creationId xmlns:a16="http://schemas.microsoft.com/office/drawing/2014/main" id="{42C20B2E-6AD8-4352-A210-78AABD4AF724}"/>
                  </a:ext>
                </a:extLst>
              </p:cNvPr>
              <p:cNvSpPr>
                <a:spLocks/>
              </p:cNvSpPr>
              <p:nvPr/>
            </p:nvSpPr>
            <p:spPr bwMode="auto">
              <a:xfrm>
                <a:off x="6642861" y="3089594"/>
                <a:ext cx="543841" cy="402875"/>
              </a:xfrm>
              <a:custGeom>
                <a:avLst/>
                <a:gdLst>
                  <a:gd name="T0" fmla="*/ 752 w 1651"/>
                  <a:gd name="T1" fmla="*/ 1056 h 1056"/>
                  <a:gd name="T2" fmla="*/ 0 w 1651"/>
                  <a:gd name="T3" fmla="*/ 1056 h 1056"/>
                  <a:gd name="T4" fmla="*/ 0 w 1651"/>
                  <a:gd name="T5" fmla="*/ 153 h 1056"/>
                  <a:gd name="T6" fmla="*/ 452 w 1651"/>
                  <a:gd name="T7" fmla="*/ 153 h 1056"/>
                  <a:gd name="T8" fmla="*/ 452 w 1651"/>
                  <a:gd name="T9" fmla="*/ 755 h 1056"/>
                  <a:gd name="T10" fmla="*/ 360 w 1651"/>
                  <a:gd name="T11" fmla="*/ 755 h 1056"/>
                  <a:gd name="T12" fmla="*/ 452 w 1651"/>
                  <a:gd name="T13" fmla="*/ 755 h 1056"/>
                  <a:gd name="T14" fmla="*/ 452 w 1651"/>
                  <a:gd name="T15" fmla="*/ 0 h 1056"/>
                  <a:gd name="T16" fmla="*/ 1199 w 1651"/>
                  <a:gd name="T17" fmla="*/ 0 h 1056"/>
                  <a:gd name="T18" fmla="*/ 1199 w 1651"/>
                  <a:gd name="T19" fmla="*/ 755 h 1056"/>
                  <a:gd name="T20" fmla="*/ 1291 w 1651"/>
                  <a:gd name="T21" fmla="*/ 755 h 1056"/>
                  <a:gd name="T22" fmla="*/ 1199 w 1651"/>
                  <a:gd name="T23" fmla="*/ 755 h 1056"/>
                  <a:gd name="T24" fmla="*/ 1199 w 1651"/>
                  <a:gd name="T25" fmla="*/ 153 h 1056"/>
                  <a:gd name="T26" fmla="*/ 1651 w 1651"/>
                  <a:gd name="T27" fmla="*/ 153 h 1056"/>
                  <a:gd name="T28" fmla="*/ 1651 w 1651"/>
                  <a:gd name="T29" fmla="*/ 1056 h 1056"/>
                  <a:gd name="T30" fmla="*/ 900 w 1651"/>
                  <a:gd name="T31" fmla="*/ 1056 h 1056"/>
                  <a:gd name="T32" fmla="*/ 900 w 1651"/>
                  <a:gd name="T33" fmla="*/ 751 h 1056"/>
                  <a:gd name="T34" fmla="*/ 752 w 1651"/>
                  <a:gd name="T35" fmla="*/ 751 h 1056"/>
                  <a:gd name="T36" fmla="*/ 752 w 1651"/>
                  <a:gd name="T37" fmla="*/ 1056 h 10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51" h="1056">
                    <a:moveTo>
                      <a:pt x="752" y="1056"/>
                    </a:moveTo>
                    <a:lnTo>
                      <a:pt x="0" y="1056"/>
                    </a:lnTo>
                    <a:lnTo>
                      <a:pt x="0" y="153"/>
                    </a:lnTo>
                    <a:lnTo>
                      <a:pt x="452" y="153"/>
                    </a:lnTo>
                    <a:lnTo>
                      <a:pt x="452" y="755"/>
                    </a:lnTo>
                    <a:lnTo>
                      <a:pt x="360" y="755"/>
                    </a:lnTo>
                    <a:lnTo>
                      <a:pt x="452" y="755"/>
                    </a:lnTo>
                    <a:lnTo>
                      <a:pt x="452" y="0"/>
                    </a:lnTo>
                    <a:lnTo>
                      <a:pt x="1199" y="0"/>
                    </a:lnTo>
                    <a:lnTo>
                      <a:pt x="1199" y="755"/>
                    </a:lnTo>
                    <a:lnTo>
                      <a:pt x="1291" y="755"/>
                    </a:lnTo>
                    <a:lnTo>
                      <a:pt x="1199" y="755"/>
                    </a:lnTo>
                    <a:lnTo>
                      <a:pt x="1199" y="153"/>
                    </a:lnTo>
                    <a:lnTo>
                      <a:pt x="1651" y="153"/>
                    </a:lnTo>
                    <a:lnTo>
                      <a:pt x="1651" y="1056"/>
                    </a:lnTo>
                    <a:lnTo>
                      <a:pt x="900" y="1056"/>
                    </a:lnTo>
                    <a:lnTo>
                      <a:pt x="900" y="751"/>
                    </a:lnTo>
                    <a:lnTo>
                      <a:pt x="752" y="751"/>
                    </a:lnTo>
                    <a:lnTo>
                      <a:pt x="752" y="1056"/>
                    </a:lnTo>
                    <a:close/>
                  </a:path>
                </a:pathLst>
              </a:custGeom>
              <a:noFill/>
              <a:ln w="158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7880" tIns="43940" rIns="87880" bIns="43940" numCol="1" anchor="t" anchorCtr="0" compatLnSpc="1">
                <a:prstTxWarp prst="textNoShape">
                  <a:avLst/>
                </a:prstTxWarp>
              </a:bodyPr>
              <a:lstStyle/>
              <a:p>
                <a:pPr marL="0" marR="0" lvl="0" indent="0" algn="l" defTabSz="896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53535"/>
                  </a:solidFill>
                  <a:effectLst/>
                  <a:uLnTx/>
                  <a:uFillTx/>
                  <a:latin typeface="Segoe UI Semilight"/>
                  <a:ea typeface="+mn-ea"/>
                  <a:cs typeface="+mn-cs"/>
                </a:endParaRPr>
              </a:p>
            </p:txBody>
          </p:sp>
          <p:sp>
            <p:nvSpPr>
              <p:cNvPr id="60" name="Freeform: Shape 59">
                <a:extLst>
                  <a:ext uri="{FF2B5EF4-FFF2-40B4-BE49-F238E27FC236}">
                    <a16:creationId xmlns:a16="http://schemas.microsoft.com/office/drawing/2014/main" id="{448185C4-5019-45BF-82EE-BF5084DB4B29}"/>
                  </a:ext>
                </a:extLst>
              </p:cNvPr>
              <p:cNvSpPr/>
              <p:nvPr/>
            </p:nvSpPr>
            <p:spPr bwMode="auto">
              <a:xfrm>
                <a:off x="7274929" y="3291031"/>
                <a:ext cx="443667" cy="0"/>
              </a:xfrm>
              <a:custGeom>
                <a:avLst/>
                <a:gdLst>
                  <a:gd name="connsiteX0" fmla="*/ 0 w 461638"/>
                  <a:gd name="connsiteY0" fmla="*/ 0 h 0"/>
                  <a:gd name="connsiteX1" fmla="*/ 461638 w 461638"/>
                  <a:gd name="connsiteY1" fmla="*/ 0 h 0"/>
                </a:gdLst>
                <a:ahLst/>
                <a:cxnLst>
                  <a:cxn ang="0">
                    <a:pos x="connsiteX0" y="connsiteY0"/>
                  </a:cxn>
                  <a:cxn ang="0">
                    <a:pos x="connsiteX1" y="connsiteY1"/>
                  </a:cxn>
                </a:cxnLst>
                <a:rect l="l" t="t" r="r" b="b"/>
                <a:pathLst>
                  <a:path w="461638">
                    <a:moveTo>
                      <a:pt x="0" y="0"/>
                    </a:moveTo>
                    <a:lnTo>
                      <a:pt x="461638" y="0"/>
                    </a:lnTo>
                  </a:path>
                </a:pathLst>
              </a:custGeom>
              <a:noFill/>
              <a:ln w="19050">
                <a:solidFill>
                  <a:schemeClr val="bg1">
                    <a:lumMod val="65000"/>
                  </a:schemeClr>
                </a:solidFill>
                <a:headEnd type="arrow" w="lg" len="sm"/>
                <a:tailEnd type="arrow" w="lg" len="sm"/>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896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61" name="Rectangle 60">
                <a:extLst>
                  <a:ext uri="{FF2B5EF4-FFF2-40B4-BE49-F238E27FC236}">
                    <a16:creationId xmlns:a16="http://schemas.microsoft.com/office/drawing/2014/main" id="{9C7CD9A6-6E55-4AB5-828F-D665C8D12687}"/>
                  </a:ext>
                </a:extLst>
              </p:cNvPr>
              <p:cNvSpPr/>
              <p:nvPr/>
            </p:nvSpPr>
            <p:spPr bwMode="auto">
              <a:xfrm>
                <a:off x="6183185" y="2526144"/>
                <a:ext cx="2627152" cy="1430917"/>
              </a:xfrm>
              <a:prstGeom prst="rect">
                <a:avLst/>
              </a:prstGeom>
              <a:noFill/>
              <a:ln w="15875">
                <a:solidFill>
                  <a:schemeClr val="bg2">
                    <a:lumMod val="5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35" tIns="140588" rIns="175735" bIns="140588" numCol="1" spcCol="0" rtlCol="0" fromWordArt="0" anchor="t" anchorCtr="0" forceAA="0" compatLnSpc="1">
                <a:prstTxWarp prst="textNoShape">
                  <a:avLst/>
                </a:prstTxWarp>
                <a:noAutofit/>
              </a:bodyPr>
              <a:lstStyle/>
              <a:p>
                <a:pPr marL="0" marR="0" lvl="0" indent="0" algn="ctr" defTabSz="895933"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Segoe UI Semilight"/>
                  <a:ea typeface="+mn-ea"/>
                  <a:cs typeface="Segoe UI" pitchFamily="34" charset="0"/>
                </a:endParaRPr>
              </a:p>
            </p:txBody>
          </p:sp>
          <p:sp>
            <p:nvSpPr>
              <p:cNvPr id="62" name="Rectangle 61">
                <a:extLst>
                  <a:ext uri="{FF2B5EF4-FFF2-40B4-BE49-F238E27FC236}">
                    <a16:creationId xmlns:a16="http://schemas.microsoft.com/office/drawing/2014/main" id="{B5B59BA0-BF3D-442B-811A-0E1B5027A07D}"/>
                  </a:ext>
                </a:extLst>
              </p:cNvPr>
              <p:cNvSpPr/>
              <p:nvPr/>
            </p:nvSpPr>
            <p:spPr bwMode="auto">
              <a:xfrm>
                <a:off x="6470958" y="2607252"/>
                <a:ext cx="887647" cy="39858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95933" rtl="0" eaLnBrk="1" fontAlgn="base" latinLnBrk="0" hangingPunct="1">
                  <a:lnSpc>
                    <a:spcPct val="90000"/>
                  </a:lnSpc>
                  <a:spcBef>
                    <a:spcPct val="0"/>
                  </a:spcBef>
                  <a:spcAft>
                    <a:spcPct val="0"/>
                  </a:spcAft>
                  <a:buClrTx/>
                  <a:buSzTx/>
                  <a:buFontTx/>
                  <a:buNone/>
                  <a:tabLst/>
                  <a:defRPr/>
                </a:pPr>
                <a:r>
                  <a:rPr kumimoji="0" lang="en-US" sz="1200" b="0" i="0" u="none" strike="noStrike" kern="0" cap="none" spc="0" normalizeH="0" baseline="0" noProof="0">
                    <a:ln>
                      <a:noFill/>
                    </a:ln>
                    <a:gradFill>
                      <a:gsLst>
                        <a:gs pos="1770">
                          <a:srgbClr val="353535"/>
                        </a:gs>
                        <a:gs pos="98000">
                          <a:srgbClr val="353535"/>
                        </a:gs>
                      </a:gsLst>
                      <a:lin ang="5400000" scaled="0"/>
                    </a:gradFill>
                    <a:effectLst/>
                    <a:uLnTx/>
                    <a:uFillTx/>
                    <a:latin typeface="Segoe UI Semibold" panose="020B0702040204020203" pitchFamily="34" charset="0"/>
                    <a:ea typeface="+mn-ea"/>
                    <a:cs typeface="Segoe UI Semibold" panose="020B0702040204020203" pitchFamily="34" charset="0"/>
                  </a:rPr>
                  <a:t>Region 1</a:t>
                </a:r>
              </a:p>
            </p:txBody>
          </p:sp>
          <p:sp>
            <p:nvSpPr>
              <p:cNvPr id="64" name="Rectangle 63">
                <a:extLst>
                  <a:ext uri="{FF2B5EF4-FFF2-40B4-BE49-F238E27FC236}">
                    <a16:creationId xmlns:a16="http://schemas.microsoft.com/office/drawing/2014/main" id="{C22FD308-6140-4DD8-9CF8-6011167F5430}"/>
                  </a:ext>
                </a:extLst>
              </p:cNvPr>
              <p:cNvSpPr/>
              <p:nvPr/>
            </p:nvSpPr>
            <p:spPr bwMode="auto">
              <a:xfrm>
                <a:off x="7634919" y="2594392"/>
                <a:ext cx="887647" cy="39858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95933" rtl="0" eaLnBrk="1" fontAlgn="base" latinLnBrk="0" hangingPunct="1">
                  <a:lnSpc>
                    <a:spcPct val="90000"/>
                  </a:lnSpc>
                  <a:spcBef>
                    <a:spcPct val="0"/>
                  </a:spcBef>
                  <a:spcAft>
                    <a:spcPct val="0"/>
                  </a:spcAft>
                  <a:buClrTx/>
                  <a:buSzTx/>
                  <a:buFontTx/>
                  <a:buNone/>
                  <a:tabLst/>
                  <a:defRPr/>
                </a:pPr>
                <a:r>
                  <a:rPr kumimoji="0" lang="en-US" sz="1200" b="0" i="0" u="none" strike="noStrike" kern="0" cap="none" spc="0" normalizeH="0" baseline="0" noProof="0">
                    <a:ln>
                      <a:noFill/>
                    </a:ln>
                    <a:gradFill>
                      <a:gsLst>
                        <a:gs pos="1770">
                          <a:srgbClr val="353535"/>
                        </a:gs>
                        <a:gs pos="98000">
                          <a:srgbClr val="353535"/>
                        </a:gs>
                      </a:gsLst>
                      <a:lin ang="5400000" scaled="0"/>
                    </a:gradFill>
                    <a:effectLst/>
                    <a:uLnTx/>
                    <a:uFillTx/>
                    <a:latin typeface="Segoe UI Semibold" panose="020B0702040204020203" pitchFamily="34" charset="0"/>
                    <a:ea typeface="+mn-ea"/>
                    <a:cs typeface="Segoe UI Semibold" panose="020B0702040204020203" pitchFamily="34" charset="0"/>
                  </a:rPr>
                  <a:t>Region 2</a:t>
                </a:r>
              </a:p>
            </p:txBody>
          </p:sp>
        </p:grpSp>
        <p:sp>
          <p:nvSpPr>
            <p:cNvPr id="8" name="Freeform: Shape 7">
              <a:extLst>
                <a:ext uri="{FF2B5EF4-FFF2-40B4-BE49-F238E27FC236}">
                  <a16:creationId xmlns:a16="http://schemas.microsoft.com/office/drawing/2014/main" id="{6F14173F-3CB1-4A4D-A8CF-1057BCBAC0F7}"/>
                </a:ext>
              </a:extLst>
            </p:cNvPr>
            <p:cNvSpPr/>
            <p:nvPr/>
          </p:nvSpPr>
          <p:spPr bwMode="auto">
            <a:xfrm>
              <a:off x="3743817" y="4962069"/>
              <a:ext cx="3879144" cy="0"/>
            </a:xfrm>
            <a:custGeom>
              <a:avLst/>
              <a:gdLst>
                <a:gd name="connsiteX0" fmla="*/ 0 w 1296238"/>
                <a:gd name="connsiteY0" fmla="*/ 0 h 0"/>
                <a:gd name="connsiteX1" fmla="*/ 1296238 w 1296238"/>
                <a:gd name="connsiteY1" fmla="*/ 0 h 0"/>
              </a:gdLst>
              <a:ahLst/>
              <a:cxnLst>
                <a:cxn ang="0">
                  <a:pos x="connsiteX0" y="connsiteY0"/>
                </a:cxn>
                <a:cxn ang="0">
                  <a:pos x="connsiteX1" y="connsiteY1"/>
                </a:cxn>
              </a:cxnLst>
              <a:rect l="l" t="t" r="r" b="b"/>
              <a:pathLst>
                <a:path w="1296238">
                  <a:moveTo>
                    <a:pt x="0" y="0"/>
                  </a:moveTo>
                  <a:lnTo>
                    <a:pt x="1296238" y="0"/>
                  </a:lnTo>
                </a:path>
              </a:pathLst>
            </a:custGeom>
            <a:noFill/>
            <a:ln w="15875">
              <a:solidFill>
                <a:srgbClr val="243A5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896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22" name="Rectangle 21">
              <a:extLst>
                <a:ext uri="{FF2B5EF4-FFF2-40B4-BE49-F238E27FC236}">
                  <a16:creationId xmlns:a16="http://schemas.microsoft.com/office/drawing/2014/main" id="{7FF6A33F-CB65-4809-A907-A7B1AAEDA725}"/>
                </a:ext>
              </a:extLst>
            </p:cNvPr>
            <p:cNvSpPr/>
            <p:nvPr/>
          </p:nvSpPr>
          <p:spPr>
            <a:xfrm>
              <a:off x="3743817" y="5023649"/>
              <a:ext cx="3879144" cy="523220"/>
            </a:xfrm>
            <a:prstGeom prst="rect">
              <a:avLst/>
            </a:prstGeom>
          </p:spPr>
          <p:txBody>
            <a:bodyPr wrap="square">
              <a:spAutoFit/>
            </a:bodyPr>
            <a:lstStyle/>
            <a:p>
              <a:pPr algn="ctr" defTabSz="896354">
                <a:defRPr/>
              </a:pPr>
              <a:r>
                <a:rPr kumimoji="0" lang="en-US" sz="1400" b="0" i="0" u="none" strike="noStrike" kern="1200" cap="none" spc="0" normalizeH="0" baseline="0" noProof="0" dirty="0">
                  <a:ln>
                    <a:noFill/>
                  </a:ln>
                  <a:gradFill>
                    <a:gsLst>
                      <a:gs pos="78761">
                        <a:srgbClr val="353535"/>
                      </a:gs>
                      <a:gs pos="0">
                        <a:srgbClr val="353535"/>
                      </a:gs>
                    </a:gsLst>
                    <a:lin ang="5400000" scaled="0"/>
                  </a:gradFill>
                  <a:effectLst/>
                  <a:uLnTx/>
                  <a:uFillTx/>
                  <a:latin typeface="+mj-lt"/>
                  <a:ea typeface="+mn-ea"/>
                  <a:cs typeface="Segoe UI Semibold" panose="020B0702040204020203" pitchFamily="34" charset="0"/>
                </a:rPr>
                <a:t>AVAILABILITY ZONES</a:t>
              </a:r>
              <a:endParaRPr kumimoji="0" lang="en-US" sz="1400" b="0" i="0" u="none" strike="noStrike" kern="1200" cap="none" spc="0" normalizeH="0" baseline="0" noProof="0" dirty="0">
                <a:ln>
                  <a:noFill/>
                </a:ln>
                <a:gradFill>
                  <a:gsLst>
                    <a:gs pos="78761">
                      <a:srgbClr val="353535"/>
                    </a:gs>
                    <a:gs pos="0">
                      <a:srgbClr val="353535"/>
                    </a:gs>
                  </a:gsLst>
                  <a:lin ang="5400000" scaled="0"/>
                </a:gradFill>
                <a:effectLst/>
                <a:uLnTx/>
                <a:uFillTx/>
                <a:latin typeface="+mj-lt"/>
                <a:ea typeface="+mn-ea"/>
              </a:endParaRPr>
            </a:p>
            <a:p>
              <a:pPr marL="0" marR="0" lvl="0" indent="0" algn="ctr" defTabSz="896354"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gradFill>
                    <a:gsLst>
                      <a:gs pos="78761">
                        <a:srgbClr val="353535"/>
                      </a:gs>
                      <a:gs pos="0">
                        <a:srgbClr val="353535"/>
                      </a:gs>
                    </a:gsLst>
                    <a:lin ang="5400000" scaled="0"/>
                  </a:gradFill>
                  <a:effectLst/>
                  <a:uLnTx/>
                  <a:uFillTx/>
                  <a:ea typeface="+mn-ea"/>
                </a:rPr>
                <a:t>Protection from entire datacenter failures</a:t>
              </a:r>
            </a:p>
          </p:txBody>
        </p:sp>
        <p:sp>
          <p:nvSpPr>
            <p:cNvPr id="30" name="Freeform: Shape 29">
              <a:extLst>
                <a:ext uri="{FF2B5EF4-FFF2-40B4-BE49-F238E27FC236}">
                  <a16:creationId xmlns:a16="http://schemas.microsoft.com/office/drawing/2014/main" id="{8E9E16CB-CD08-4660-942B-4CB1A5400F11}"/>
                </a:ext>
              </a:extLst>
            </p:cNvPr>
            <p:cNvSpPr/>
            <p:nvPr/>
          </p:nvSpPr>
          <p:spPr bwMode="auto">
            <a:xfrm>
              <a:off x="3743817" y="2299825"/>
              <a:ext cx="3879144" cy="0"/>
            </a:xfrm>
            <a:custGeom>
              <a:avLst/>
              <a:gdLst>
                <a:gd name="connsiteX0" fmla="*/ 0 w 1296238"/>
                <a:gd name="connsiteY0" fmla="*/ 0 h 0"/>
                <a:gd name="connsiteX1" fmla="*/ 1296238 w 1296238"/>
                <a:gd name="connsiteY1" fmla="*/ 0 h 0"/>
              </a:gdLst>
              <a:ahLst/>
              <a:cxnLst>
                <a:cxn ang="0">
                  <a:pos x="connsiteX0" y="connsiteY0"/>
                </a:cxn>
                <a:cxn ang="0">
                  <a:pos x="connsiteX1" y="connsiteY1"/>
                </a:cxn>
              </a:cxnLst>
              <a:rect l="l" t="t" r="r" b="b"/>
              <a:pathLst>
                <a:path w="1296238">
                  <a:moveTo>
                    <a:pt x="0" y="0"/>
                  </a:moveTo>
                  <a:lnTo>
                    <a:pt x="1296238" y="0"/>
                  </a:lnTo>
                </a:path>
              </a:pathLst>
            </a:custGeom>
            <a:noFill/>
            <a:ln w="15875">
              <a:solidFill>
                <a:srgbClr val="243A5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896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36" name="Rectangle 362">
              <a:extLst>
                <a:ext uri="{FF2B5EF4-FFF2-40B4-BE49-F238E27FC236}">
                  <a16:creationId xmlns:a16="http://schemas.microsoft.com/office/drawing/2014/main" id="{5D069575-3D1A-455D-AA42-E0E15F785F75}"/>
                </a:ext>
              </a:extLst>
            </p:cNvPr>
            <p:cNvSpPr>
              <a:spLocks noChangeArrowheads="1"/>
            </p:cNvSpPr>
            <p:nvPr/>
          </p:nvSpPr>
          <p:spPr bwMode="auto">
            <a:xfrm>
              <a:off x="3730632" y="1753697"/>
              <a:ext cx="3879143" cy="519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80" tIns="43940" rIns="87880" bIns="4394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896354"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gradFill>
                    <a:gsLst>
                      <a:gs pos="78761">
                        <a:srgbClr val="353535"/>
                      </a:gs>
                      <a:gs pos="0">
                        <a:srgbClr val="353535"/>
                      </a:gs>
                    </a:gsLst>
                    <a:lin ang="5400000" scaled="0"/>
                  </a:gradFill>
                  <a:effectLst/>
                  <a:uLnTx/>
                  <a:uFillTx/>
                  <a:latin typeface="Segoe UI Semibold" panose="020B0702040204020203" pitchFamily="34" charset="0"/>
                  <a:ea typeface="+mn-ea"/>
                  <a:cs typeface="Segoe UI Semibold" panose="020B0702040204020203" pitchFamily="34" charset="0"/>
                </a:rPr>
                <a:t>VM SLA</a:t>
              </a:r>
            </a:p>
            <a:p>
              <a:pPr algn="ctr" defTabSz="896354" eaLnBrk="1" hangingPunct="1">
                <a:defRPr/>
              </a:pPr>
              <a:r>
                <a:rPr kumimoji="0" lang="en-US" altLang="en-US" sz="1400" b="0" i="0" u="none" strike="noStrike" kern="1200" cap="none" spc="0" normalizeH="0" baseline="0" noProof="0" dirty="0">
                  <a:ln>
                    <a:noFill/>
                  </a:ln>
                  <a:gradFill>
                    <a:gsLst>
                      <a:gs pos="78761">
                        <a:srgbClr val="353535"/>
                      </a:gs>
                      <a:gs pos="0">
                        <a:srgbClr val="353535"/>
                      </a:gs>
                    </a:gsLst>
                    <a:lin ang="5400000" scaled="0"/>
                  </a:gradFill>
                  <a:effectLst/>
                  <a:uLnTx/>
                  <a:uFillTx/>
                  <a:latin typeface="Segoe UI" panose="020B0502040204020203" pitchFamily="34" charset="0"/>
                  <a:ea typeface="+mn-ea"/>
                  <a:cs typeface="Segoe UI" panose="020B0502040204020203" pitchFamily="34" charset="0"/>
                </a:rPr>
                <a:t>99.99% </a:t>
              </a:r>
              <a:endParaRPr kumimoji="0" lang="en-US" altLang="en-US" sz="1400" b="0" i="0" u="none" strike="noStrike" kern="1200" cap="none" spc="0" normalizeH="0" baseline="0" noProof="0" dirty="0">
                <a:ln>
                  <a:noFill/>
                </a:ln>
                <a:gradFill>
                  <a:gsLst>
                    <a:gs pos="78761">
                      <a:srgbClr val="353535"/>
                    </a:gs>
                    <a:gs pos="0">
                      <a:srgbClr val="353535"/>
                    </a:gs>
                  </a:gsLst>
                  <a:lin ang="5400000" scaled="0"/>
                </a:gradFill>
                <a:effectLst/>
                <a:uLnTx/>
                <a:uFillTx/>
                <a:latin typeface="Segoe UI Semilight"/>
                <a:ea typeface="+mn-ea"/>
              </a:endParaRPr>
            </a:p>
          </p:txBody>
        </p:sp>
        <p:grpSp>
          <p:nvGrpSpPr>
            <p:cNvPr id="4" name="Group 3">
              <a:extLst>
                <a:ext uri="{FF2B5EF4-FFF2-40B4-BE49-F238E27FC236}">
                  <a16:creationId xmlns:a16="http://schemas.microsoft.com/office/drawing/2014/main" id="{D53A1EB4-E62E-494C-B98E-5F35B03F7ED6}"/>
                </a:ext>
              </a:extLst>
            </p:cNvPr>
            <p:cNvGrpSpPr/>
            <p:nvPr/>
          </p:nvGrpSpPr>
          <p:grpSpPr>
            <a:xfrm>
              <a:off x="4200237" y="2576743"/>
              <a:ext cx="2939934" cy="2120031"/>
              <a:chOff x="3005784" y="2526144"/>
              <a:chExt cx="1984311" cy="1430917"/>
            </a:xfrm>
          </p:grpSpPr>
          <p:sp>
            <p:nvSpPr>
              <p:cNvPr id="65" name="Freeform 11">
                <a:extLst>
                  <a:ext uri="{FF2B5EF4-FFF2-40B4-BE49-F238E27FC236}">
                    <a16:creationId xmlns:a16="http://schemas.microsoft.com/office/drawing/2014/main" id="{C367DE45-DA53-40F0-876A-699C18141EFD}"/>
                  </a:ext>
                </a:extLst>
              </p:cNvPr>
              <p:cNvSpPr>
                <a:spLocks/>
              </p:cNvSpPr>
              <p:nvPr/>
            </p:nvSpPr>
            <p:spPr bwMode="auto">
              <a:xfrm>
                <a:off x="3005784" y="2526144"/>
                <a:ext cx="1984311" cy="1430917"/>
              </a:xfrm>
              <a:custGeom>
                <a:avLst/>
                <a:gdLst>
                  <a:gd name="T0" fmla="*/ 752 w 1651"/>
                  <a:gd name="T1" fmla="*/ 1056 h 1056"/>
                  <a:gd name="T2" fmla="*/ 0 w 1651"/>
                  <a:gd name="T3" fmla="*/ 1056 h 1056"/>
                  <a:gd name="T4" fmla="*/ 0 w 1651"/>
                  <a:gd name="T5" fmla="*/ 153 h 1056"/>
                  <a:gd name="T6" fmla="*/ 452 w 1651"/>
                  <a:gd name="T7" fmla="*/ 153 h 1056"/>
                  <a:gd name="T8" fmla="*/ 452 w 1651"/>
                  <a:gd name="T9" fmla="*/ 755 h 1056"/>
                  <a:gd name="T10" fmla="*/ 360 w 1651"/>
                  <a:gd name="T11" fmla="*/ 755 h 1056"/>
                  <a:gd name="T12" fmla="*/ 452 w 1651"/>
                  <a:gd name="T13" fmla="*/ 755 h 1056"/>
                  <a:gd name="T14" fmla="*/ 452 w 1651"/>
                  <a:gd name="T15" fmla="*/ 0 h 1056"/>
                  <a:gd name="T16" fmla="*/ 1199 w 1651"/>
                  <a:gd name="T17" fmla="*/ 0 h 1056"/>
                  <a:gd name="T18" fmla="*/ 1199 w 1651"/>
                  <a:gd name="T19" fmla="*/ 755 h 1056"/>
                  <a:gd name="T20" fmla="*/ 1291 w 1651"/>
                  <a:gd name="T21" fmla="*/ 755 h 1056"/>
                  <a:gd name="T22" fmla="*/ 1199 w 1651"/>
                  <a:gd name="T23" fmla="*/ 755 h 1056"/>
                  <a:gd name="T24" fmla="*/ 1199 w 1651"/>
                  <a:gd name="T25" fmla="*/ 153 h 1056"/>
                  <a:gd name="T26" fmla="*/ 1651 w 1651"/>
                  <a:gd name="T27" fmla="*/ 153 h 1056"/>
                  <a:gd name="T28" fmla="*/ 1651 w 1651"/>
                  <a:gd name="T29" fmla="*/ 1056 h 1056"/>
                  <a:gd name="T30" fmla="*/ 900 w 1651"/>
                  <a:gd name="T31" fmla="*/ 1056 h 1056"/>
                  <a:gd name="T32" fmla="*/ 900 w 1651"/>
                  <a:gd name="T33" fmla="*/ 751 h 1056"/>
                  <a:gd name="T34" fmla="*/ 752 w 1651"/>
                  <a:gd name="T35" fmla="*/ 751 h 1056"/>
                  <a:gd name="T36" fmla="*/ 752 w 1651"/>
                  <a:gd name="T37" fmla="*/ 1056 h 10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51" h="1056">
                    <a:moveTo>
                      <a:pt x="752" y="1056"/>
                    </a:moveTo>
                    <a:lnTo>
                      <a:pt x="0" y="1056"/>
                    </a:lnTo>
                    <a:lnTo>
                      <a:pt x="0" y="153"/>
                    </a:lnTo>
                    <a:lnTo>
                      <a:pt x="452" y="153"/>
                    </a:lnTo>
                    <a:lnTo>
                      <a:pt x="452" y="755"/>
                    </a:lnTo>
                    <a:lnTo>
                      <a:pt x="360" y="755"/>
                    </a:lnTo>
                    <a:lnTo>
                      <a:pt x="452" y="755"/>
                    </a:lnTo>
                    <a:lnTo>
                      <a:pt x="452" y="0"/>
                    </a:lnTo>
                    <a:lnTo>
                      <a:pt x="1199" y="0"/>
                    </a:lnTo>
                    <a:lnTo>
                      <a:pt x="1199" y="755"/>
                    </a:lnTo>
                    <a:lnTo>
                      <a:pt x="1291" y="755"/>
                    </a:lnTo>
                    <a:lnTo>
                      <a:pt x="1199" y="755"/>
                    </a:lnTo>
                    <a:lnTo>
                      <a:pt x="1199" y="153"/>
                    </a:lnTo>
                    <a:lnTo>
                      <a:pt x="1651" y="153"/>
                    </a:lnTo>
                    <a:lnTo>
                      <a:pt x="1651" y="1056"/>
                    </a:lnTo>
                    <a:lnTo>
                      <a:pt x="900" y="1056"/>
                    </a:lnTo>
                    <a:lnTo>
                      <a:pt x="900" y="751"/>
                    </a:lnTo>
                    <a:lnTo>
                      <a:pt x="752" y="751"/>
                    </a:lnTo>
                    <a:lnTo>
                      <a:pt x="752" y="1056"/>
                    </a:lnTo>
                    <a:close/>
                  </a:path>
                </a:pathLst>
              </a:custGeom>
              <a:noFill/>
              <a:ln w="158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7880" tIns="43940" rIns="87880" bIns="43940" numCol="1" anchor="t" anchorCtr="0" compatLnSpc="1">
                <a:prstTxWarp prst="textNoShape">
                  <a:avLst/>
                </a:prstTxWarp>
              </a:bodyPr>
              <a:lstStyle/>
              <a:p>
                <a:pPr marL="0" marR="0" lvl="0" indent="0" algn="l" defTabSz="896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53535"/>
                  </a:solidFill>
                  <a:effectLst/>
                  <a:uLnTx/>
                  <a:uFillTx/>
                  <a:latin typeface="Segoe UI Semilight"/>
                  <a:ea typeface="+mn-ea"/>
                  <a:cs typeface="+mn-cs"/>
                </a:endParaRPr>
              </a:p>
            </p:txBody>
          </p:sp>
          <p:sp>
            <p:nvSpPr>
              <p:cNvPr id="66" name="Rectangle 65">
                <a:extLst>
                  <a:ext uri="{FF2B5EF4-FFF2-40B4-BE49-F238E27FC236}">
                    <a16:creationId xmlns:a16="http://schemas.microsoft.com/office/drawing/2014/main" id="{576ED55F-90A5-499D-BBB8-CD8189F30A26}"/>
                  </a:ext>
                </a:extLst>
              </p:cNvPr>
              <p:cNvSpPr/>
              <p:nvPr/>
            </p:nvSpPr>
            <p:spPr bwMode="auto">
              <a:xfrm rot="5400000">
                <a:off x="2880435" y="3045660"/>
                <a:ext cx="835521" cy="454715"/>
              </a:xfrm>
              <a:prstGeom prst="rect">
                <a:avLst/>
              </a:prstGeom>
              <a:solidFill>
                <a:schemeClr val="bg1"/>
              </a:solidFill>
              <a:ln w="15875">
                <a:solidFill>
                  <a:schemeClr val="bg2">
                    <a:lumMod val="5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35" tIns="140588" rIns="175735" bIns="140588" numCol="1" spcCol="0" rtlCol="0" fromWordArt="0" anchor="t" anchorCtr="0" forceAA="0" compatLnSpc="1">
                <a:prstTxWarp prst="textNoShape">
                  <a:avLst/>
                </a:prstTxWarp>
                <a:noAutofit/>
              </a:bodyPr>
              <a:lstStyle/>
              <a:p>
                <a:pPr marL="0" marR="0" lvl="0" indent="0" algn="ctr" defTabSz="895933"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Segoe UI Semilight"/>
                  <a:ea typeface="+mn-ea"/>
                  <a:cs typeface="Segoe UI" pitchFamily="34" charset="0"/>
                </a:endParaRPr>
              </a:p>
            </p:txBody>
          </p:sp>
          <p:sp>
            <p:nvSpPr>
              <p:cNvPr id="67" name="monitor">
                <a:extLst>
                  <a:ext uri="{FF2B5EF4-FFF2-40B4-BE49-F238E27FC236}">
                    <a16:creationId xmlns:a16="http://schemas.microsoft.com/office/drawing/2014/main" id="{69C20AB9-F19C-491F-BA81-DE58455D0E85}"/>
                  </a:ext>
                </a:extLst>
              </p:cNvPr>
              <p:cNvSpPr>
                <a:spLocks noChangeAspect="1" noEditPoints="1"/>
              </p:cNvSpPr>
              <p:nvPr/>
            </p:nvSpPr>
            <p:spPr bwMode="auto">
              <a:xfrm>
                <a:off x="3130261" y="2926859"/>
                <a:ext cx="335871" cy="298130"/>
              </a:xfrm>
              <a:custGeom>
                <a:avLst/>
                <a:gdLst>
                  <a:gd name="T0" fmla="*/ 244 w 244"/>
                  <a:gd name="T1" fmla="*/ 68 h 187"/>
                  <a:gd name="T2" fmla="*/ 244 w 244"/>
                  <a:gd name="T3" fmla="*/ 151 h 187"/>
                  <a:gd name="T4" fmla="*/ 0 w 244"/>
                  <a:gd name="T5" fmla="*/ 151 h 187"/>
                  <a:gd name="T6" fmla="*/ 0 w 244"/>
                  <a:gd name="T7" fmla="*/ 0 h 187"/>
                  <a:gd name="T8" fmla="*/ 244 w 244"/>
                  <a:gd name="T9" fmla="*/ 0 h 187"/>
                  <a:gd name="T10" fmla="*/ 244 w 244"/>
                  <a:gd name="T11" fmla="*/ 68 h 187"/>
                  <a:gd name="T12" fmla="*/ 122 w 244"/>
                  <a:gd name="T13" fmla="*/ 151 h 187"/>
                  <a:gd name="T14" fmla="*/ 122 w 244"/>
                  <a:gd name="T15" fmla="*/ 187 h 187"/>
                  <a:gd name="T16" fmla="*/ 73 w 244"/>
                  <a:gd name="T17" fmla="*/ 187 h 187"/>
                  <a:gd name="T18" fmla="*/ 171 w 244"/>
                  <a:gd name="T19" fmla="*/ 187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4" h="187">
                    <a:moveTo>
                      <a:pt x="244" y="68"/>
                    </a:moveTo>
                    <a:lnTo>
                      <a:pt x="244" y="151"/>
                    </a:lnTo>
                    <a:lnTo>
                      <a:pt x="0" y="151"/>
                    </a:lnTo>
                    <a:lnTo>
                      <a:pt x="0" y="0"/>
                    </a:lnTo>
                    <a:lnTo>
                      <a:pt x="244" y="0"/>
                    </a:lnTo>
                    <a:lnTo>
                      <a:pt x="244" y="68"/>
                    </a:lnTo>
                    <a:moveTo>
                      <a:pt x="122" y="151"/>
                    </a:moveTo>
                    <a:lnTo>
                      <a:pt x="122" y="187"/>
                    </a:lnTo>
                    <a:moveTo>
                      <a:pt x="73" y="187"/>
                    </a:moveTo>
                    <a:lnTo>
                      <a:pt x="171" y="187"/>
                    </a:ln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7880" tIns="43940" rIns="87880" bIns="43940" numCol="1" anchor="t" anchorCtr="0" compatLnSpc="1">
                <a:prstTxWarp prst="textNoShape">
                  <a:avLst/>
                </a:prstTxWarp>
              </a:bodyPr>
              <a:lstStyle/>
              <a:p>
                <a:pPr marL="0" marR="0" lvl="0" indent="0" algn="l" defTabSz="896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Semilight"/>
                  <a:ea typeface="+mn-ea"/>
                  <a:cs typeface="+mn-cs"/>
                </a:endParaRPr>
              </a:p>
            </p:txBody>
          </p:sp>
          <p:sp>
            <p:nvSpPr>
              <p:cNvPr id="68" name="monitor">
                <a:extLst>
                  <a:ext uri="{FF2B5EF4-FFF2-40B4-BE49-F238E27FC236}">
                    <a16:creationId xmlns:a16="http://schemas.microsoft.com/office/drawing/2014/main" id="{D0025875-75AD-46FF-A03E-BA4D744FEB8A}"/>
                  </a:ext>
                </a:extLst>
              </p:cNvPr>
              <p:cNvSpPr>
                <a:spLocks noChangeAspect="1" noEditPoints="1"/>
              </p:cNvSpPr>
              <p:nvPr/>
            </p:nvSpPr>
            <p:spPr bwMode="auto">
              <a:xfrm>
                <a:off x="3130261" y="3284433"/>
                <a:ext cx="335871" cy="298130"/>
              </a:xfrm>
              <a:custGeom>
                <a:avLst/>
                <a:gdLst>
                  <a:gd name="T0" fmla="*/ 244 w 244"/>
                  <a:gd name="T1" fmla="*/ 68 h 187"/>
                  <a:gd name="T2" fmla="*/ 244 w 244"/>
                  <a:gd name="T3" fmla="*/ 151 h 187"/>
                  <a:gd name="T4" fmla="*/ 0 w 244"/>
                  <a:gd name="T5" fmla="*/ 151 h 187"/>
                  <a:gd name="T6" fmla="*/ 0 w 244"/>
                  <a:gd name="T7" fmla="*/ 0 h 187"/>
                  <a:gd name="T8" fmla="*/ 244 w 244"/>
                  <a:gd name="T9" fmla="*/ 0 h 187"/>
                  <a:gd name="T10" fmla="*/ 244 w 244"/>
                  <a:gd name="T11" fmla="*/ 68 h 187"/>
                  <a:gd name="T12" fmla="*/ 122 w 244"/>
                  <a:gd name="T13" fmla="*/ 151 h 187"/>
                  <a:gd name="T14" fmla="*/ 122 w 244"/>
                  <a:gd name="T15" fmla="*/ 187 h 187"/>
                  <a:gd name="T16" fmla="*/ 73 w 244"/>
                  <a:gd name="T17" fmla="*/ 187 h 187"/>
                  <a:gd name="T18" fmla="*/ 171 w 244"/>
                  <a:gd name="T19" fmla="*/ 187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4" h="187">
                    <a:moveTo>
                      <a:pt x="244" y="68"/>
                    </a:moveTo>
                    <a:lnTo>
                      <a:pt x="244" y="151"/>
                    </a:lnTo>
                    <a:lnTo>
                      <a:pt x="0" y="151"/>
                    </a:lnTo>
                    <a:lnTo>
                      <a:pt x="0" y="0"/>
                    </a:lnTo>
                    <a:lnTo>
                      <a:pt x="244" y="0"/>
                    </a:lnTo>
                    <a:lnTo>
                      <a:pt x="244" y="68"/>
                    </a:lnTo>
                    <a:moveTo>
                      <a:pt x="122" y="151"/>
                    </a:moveTo>
                    <a:lnTo>
                      <a:pt x="122" y="187"/>
                    </a:lnTo>
                    <a:moveTo>
                      <a:pt x="73" y="187"/>
                    </a:moveTo>
                    <a:lnTo>
                      <a:pt x="171" y="187"/>
                    </a:ln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7880" tIns="43940" rIns="87880" bIns="43940" numCol="1" anchor="t" anchorCtr="0" compatLnSpc="1">
                <a:prstTxWarp prst="textNoShape">
                  <a:avLst/>
                </a:prstTxWarp>
              </a:bodyPr>
              <a:lstStyle/>
              <a:p>
                <a:pPr marL="0" marR="0" lvl="0" indent="0" algn="l" defTabSz="896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Semilight"/>
                  <a:ea typeface="+mn-ea"/>
                  <a:cs typeface="+mn-cs"/>
                </a:endParaRPr>
              </a:p>
            </p:txBody>
          </p:sp>
          <p:sp>
            <p:nvSpPr>
              <p:cNvPr id="69" name="Rectangle 68">
                <a:extLst>
                  <a:ext uri="{FF2B5EF4-FFF2-40B4-BE49-F238E27FC236}">
                    <a16:creationId xmlns:a16="http://schemas.microsoft.com/office/drawing/2014/main" id="{420C9F38-4BB9-47AC-82F5-940C586F280D}"/>
                  </a:ext>
                </a:extLst>
              </p:cNvPr>
              <p:cNvSpPr/>
              <p:nvPr/>
            </p:nvSpPr>
            <p:spPr bwMode="auto">
              <a:xfrm rot="5400000">
                <a:off x="3559578" y="2824992"/>
                <a:ext cx="835521" cy="454715"/>
              </a:xfrm>
              <a:prstGeom prst="rect">
                <a:avLst/>
              </a:prstGeom>
              <a:solidFill>
                <a:schemeClr val="bg1"/>
              </a:solidFill>
              <a:ln w="15875">
                <a:solidFill>
                  <a:schemeClr val="bg2">
                    <a:lumMod val="5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35" tIns="140588" rIns="175735" bIns="140588" numCol="1" spcCol="0" rtlCol="0" fromWordArt="0" anchor="t" anchorCtr="0" forceAA="0" compatLnSpc="1">
                <a:prstTxWarp prst="textNoShape">
                  <a:avLst/>
                </a:prstTxWarp>
                <a:noAutofit/>
              </a:bodyPr>
              <a:lstStyle/>
              <a:p>
                <a:pPr marL="0" marR="0" lvl="0" indent="0" algn="ctr" defTabSz="895933"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Segoe UI Semilight"/>
                  <a:ea typeface="+mn-ea"/>
                  <a:cs typeface="Segoe UI" pitchFamily="34" charset="0"/>
                </a:endParaRPr>
              </a:p>
            </p:txBody>
          </p:sp>
          <p:sp>
            <p:nvSpPr>
              <p:cNvPr id="70" name="monitor">
                <a:extLst>
                  <a:ext uri="{FF2B5EF4-FFF2-40B4-BE49-F238E27FC236}">
                    <a16:creationId xmlns:a16="http://schemas.microsoft.com/office/drawing/2014/main" id="{04FC05E3-9FED-49F4-92F0-BE09CFF5009B}"/>
                  </a:ext>
                </a:extLst>
              </p:cNvPr>
              <p:cNvSpPr>
                <a:spLocks noChangeAspect="1" noEditPoints="1"/>
              </p:cNvSpPr>
              <p:nvPr/>
            </p:nvSpPr>
            <p:spPr bwMode="auto">
              <a:xfrm>
                <a:off x="3809404" y="2706190"/>
                <a:ext cx="335871" cy="298130"/>
              </a:xfrm>
              <a:custGeom>
                <a:avLst/>
                <a:gdLst>
                  <a:gd name="T0" fmla="*/ 244 w 244"/>
                  <a:gd name="T1" fmla="*/ 68 h 187"/>
                  <a:gd name="T2" fmla="*/ 244 w 244"/>
                  <a:gd name="T3" fmla="*/ 151 h 187"/>
                  <a:gd name="T4" fmla="*/ 0 w 244"/>
                  <a:gd name="T5" fmla="*/ 151 h 187"/>
                  <a:gd name="T6" fmla="*/ 0 w 244"/>
                  <a:gd name="T7" fmla="*/ 0 h 187"/>
                  <a:gd name="T8" fmla="*/ 244 w 244"/>
                  <a:gd name="T9" fmla="*/ 0 h 187"/>
                  <a:gd name="T10" fmla="*/ 244 w 244"/>
                  <a:gd name="T11" fmla="*/ 68 h 187"/>
                  <a:gd name="T12" fmla="*/ 122 w 244"/>
                  <a:gd name="T13" fmla="*/ 151 h 187"/>
                  <a:gd name="T14" fmla="*/ 122 w 244"/>
                  <a:gd name="T15" fmla="*/ 187 h 187"/>
                  <a:gd name="T16" fmla="*/ 73 w 244"/>
                  <a:gd name="T17" fmla="*/ 187 h 187"/>
                  <a:gd name="T18" fmla="*/ 171 w 244"/>
                  <a:gd name="T19" fmla="*/ 187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4" h="187">
                    <a:moveTo>
                      <a:pt x="244" y="68"/>
                    </a:moveTo>
                    <a:lnTo>
                      <a:pt x="244" y="151"/>
                    </a:lnTo>
                    <a:lnTo>
                      <a:pt x="0" y="151"/>
                    </a:lnTo>
                    <a:lnTo>
                      <a:pt x="0" y="0"/>
                    </a:lnTo>
                    <a:lnTo>
                      <a:pt x="244" y="0"/>
                    </a:lnTo>
                    <a:lnTo>
                      <a:pt x="244" y="68"/>
                    </a:lnTo>
                    <a:moveTo>
                      <a:pt x="122" y="151"/>
                    </a:moveTo>
                    <a:lnTo>
                      <a:pt x="122" y="187"/>
                    </a:lnTo>
                    <a:moveTo>
                      <a:pt x="73" y="187"/>
                    </a:moveTo>
                    <a:lnTo>
                      <a:pt x="171" y="187"/>
                    </a:ln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7880" tIns="43940" rIns="87880" bIns="43940" numCol="1" anchor="t" anchorCtr="0" compatLnSpc="1">
                <a:prstTxWarp prst="textNoShape">
                  <a:avLst/>
                </a:prstTxWarp>
              </a:bodyPr>
              <a:lstStyle/>
              <a:p>
                <a:pPr marL="0" marR="0" lvl="0" indent="0" algn="l" defTabSz="896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Semilight"/>
                  <a:ea typeface="+mn-ea"/>
                  <a:cs typeface="+mn-cs"/>
                </a:endParaRPr>
              </a:p>
            </p:txBody>
          </p:sp>
          <p:sp>
            <p:nvSpPr>
              <p:cNvPr id="71" name="monitor">
                <a:extLst>
                  <a:ext uri="{FF2B5EF4-FFF2-40B4-BE49-F238E27FC236}">
                    <a16:creationId xmlns:a16="http://schemas.microsoft.com/office/drawing/2014/main" id="{57132751-AD31-463B-A7EF-EF1BF5F9C063}"/>
                  </a:ext>
                </a:extLst>
              </p:cNvPr>
              <p:cNvSpPr>
                <a:spLocks noChangeAspect="1" noEditPoints="1"/>
              </p:cNvSpPr>
              <p:nvPr/>
            </p:nvSpPr>
            <p:spPr bwMode="auto">
              <a:xfrm>
                <a:off x="3809404" y="3063764"/>
                <a:ext cx="335871" cy="298130"/>
              </a:xfrm>
              <a:custGeom>
                <a:avLst/>
                <a:gdLst>
                  <a:gd name="T0" fmla="*/ 244 w 244"/>
                  <a:gd name="T1" fmla="*/ 68 h 187"/>
                  <a:gd name="T2" fmla="*/ 244 w 244"/>
                  <a:gd name="T3" fmla="*/ 151 h 187"/>
                  <a:gd name="T4" fmla="*/ 0 w 244"/>
                  <a:gd name="T5" fmla="*/ 151 h 187"/>
                  <a:gd name="T6" fmla="*/ 0 w 244"/>
                  <a:gd name="T7" fmla="*/ 0 h 187"/>
                  <a:gd name="T8" fmla="*/ 244 w 244"/>
                  <a:gd name="T9" fmla="*/ 0 h 187"/>
                  <a:gd name="T10" fmla="*/ 244 w 244"/>
                  <a:gd name="T11" fmla="*/ 68 h 187"/>
                  <a:gd name="T12" fmla="*/ 122 w 244"/>
                  <a:gd name="T13" fmla="*/ 151 h 187"/>
                  <a:gd name="T14" fmla="*/ 122 w 244"/>
                  <a:gd name="T15" fmla="*/ 187 h 187"/>
                  <a:gd name="T16" fmla="*/ 73 w 244"/>
                  <a:gd name="T17" fmla="*/ 187 h 187"/>
                  <a:gd name="T18" fmla="*/ 171 w 244"/>
                  <a:gd name="T19" fmla="*/ 187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4" h="187">
                    <a:moveTo>
                      <a:pt x="244" y="68"/>
                    </a:moveTo>
                    <a:lnTo>
                      <a:pt x="244" y="151"/>
                    </a:lnTo>
                    <a:lnTo>
                      <a:pt x="0" y="151"/>
                    </a:lnTo>
                    <a:lnTo>
                      <a:pt x="0" y="0"/>
                    </a:lnTo>
                    <a:lnTo>
                      <a:pt x="244" y="0"/>
                    </a:lnTo>
                    <a:lnTo>
                      <a:pt x="244" y="68"/>
                    </a:lnTo>
                    <a:moveTo>
                      <a:pt x="122" y="151"/>
                    </a:moveTo>
                    <a:lnTo>
                      <a:pt x="122" y="187"/>
                    </a:lnTo>
                    <a:moveTo>
                      <a:pt x="73" y="187"/>
                    </a:moveTo>
                    <a:lnTo>
                      <a:pt x="171" y="187"/>
                    </a:ln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7880" tIns="43940" rIns="87880" bIns="43940" numCol="1" anchor="t" anchorCtr="0" compatLnSpc="1">
                <a:prstTxWarp prst="textNoShape">
                  <a:avLst/>
                </a:prstTxWarp>
              </a:bodyPr>
              <a:lstStyle/>
              <a:p>
                <a:pPr marL="0" marR="0" lvl="0" indent="0" algn="l" defTabSz="896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Semilight"/>
                  <a:ea typeface="+mn-ea"/>
                  <a:cs typeface="+mn-cs"/>
                </a:endParaRPr>
              </a:p>
            </p:txBody>
          </p:sp>
          <p:sp>
            <p:nvSpPr>
              <p:cNvPr id="72" name="Rectangle 71">
                <a:extLst>
                  <a:ext uri="{FF2B5EF4-FFF2-40B4-BE49-F238E27FC236}">
                    <a16:creationId xmlns:a16="http://schemas.microsoft.com/office/drawing/2014/main" id="{1254A47F-4ACE-49D2-8224-CC92F1B8ACE9}"/>
                  </a:ext>
                </a:extLst>
              </p:cNvPr>
              <p:cNvSpPr/>
              <p:nvPr/>
            </p:nvSpPr>
            <p:spPr bwMode="auto">
              <a:xfrm rot="5400000">
                <a:off x="4310893" y="3025160"/>
                <a:ext cx="835521" cy="454715"/>
              </a:xfrm>
              <a:prstGeom prst="rect">
                <a:avLst/>
              </a:prstGeom>
              <a:solidFill>
                <a:schemeClr val="bg1"/>
              </a:solidFill>
              <a:ln w="15875">
                <a:solidFill>
                  <a:schemeClr val="bg2">
                    <a:lumMod val="5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35" tIns="140588" rIns="175735" bIns="140588" numCol="1" spcCol="0" rtlCol="0" fromWordArt="0" anchor="t" anchorCtr="0" forceAA="0" compatLnSpc="1">
                <a:prstTxWarp prst="textNoShape">
                  <a:avLst/>
                </a:prstTxWarp>
                <a:noAutofit/>
              </a:bodyPr>
              <a:lstStyle/>
              <a:p>
                <a:pPr marL="0" marR="0" lvl="0" indent="0" algn="ctr" defTabSz="895933"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Segoe UI Semilight"/>
                  <a:ea typeface="+mn-ea"/>
                  <a:cs typeface="Segoe UI" pitchFamily="34" charset="0"/>
                </a:endParaRPr>
              </a:p>
            </p:txBody>
          </p:sp>
          <p:sp>
            <p:nvSpPr>
              <p:cNvPr id="73" name="monitor">
                <a:extLst>
                  <a:ext uri="{FF2B5EF4-FFF2-40B4-BE49-F238E27FC236}">
                    <a16:creationId xmlns:a16="http://schemas.microsoft.com/office/drawing/2014/main" id="{81C9059D-222B-490B-9B6F-EB93F6A70C47}"/>
                  </a:ext>
                </a:extLst>
              </p:cNvPr>
              <p:cNvSpPr>
                <a:spLocks noChangeAspect="1" noEditPoints="1"/>
              </p:cNvSpPr>
              <p:nvPr/>
            </p:nvSpPr>
            <p:spPr bwMode="auto">
              <a:xfrm>
                <a:off x="4560718" y="2906359"/>
                <a:ext cx="335871" cy="298130"/>
              </a:xfrm>
              <a:custGeom>
                <a:avLst/>
                <a:gdLst>
                  <a:gd name="T0" fmla="*/ 244 w 244"/>
                  <a:gd name="T1" fmla="*/ 68 h 187"/>
                  <a:gd name="T2" fmla="*/ 244 w 244"/>
                  <a:gd name="T3" fmla="*/ 151 h 187"/>
                  <a:gd name="T4" fmla="*/ 0 w 244"/>
                  <a:gd name="T5" fmla="*/ 151 h 187"/>
                  <a:gd name="T6" fmla="*/ 0 w 244"/>
                  <a:gd name="T7" fmla="*/ 0 h 187"/>
                  <a:gd name="T8" fmla="*/ 244 w 244"/>
                  <a:gd name="T9" fmla="*/ 0 h 187"/>
                  <a:gd name="T10" fmla="*/ 244 w 244"/>
                  <a:gd name="T11" fmla="*/ 68 h 187"/>
                  <a:gd name="T12" fmla="*/ 122 w 244"/>
                  <a:gd name="T13" fmla="*/ 151 h 187"/>
                  <a:gd name="T14" fmla="*/ 122 w 244"/>
                  <a:gd name="T15" fmla="*/ 187 h 187"/>
                  <a:gd name="T16" fmla="*/ 73 w 244"/>
                  <a:gd name="T17" fmla="*/ 187 h 187"/>
                  <a:gd name="T18" fmla="*/ 171 w 244"/>
                  <a:gd name="T19" fmla="*/ 187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4" h="187">
                    <a:moveTo>
                      <a:pt x="244" y="68"/>
                    </a:moveTo>
                    <a:lnTo>
                      <a:pt x="244" y="151"/>
                    </a:lnTo>
                    <a:lnTo>
                      <a:pt x="0" y="151"/>
                    </a:lnTo>
                    <a:lnTo>
                      <a:pt x="0" y="0"/>
                    </a:lnTo>
                    <a:lnTo>
                      <a:pt x="244" y="0"/>
                    </a:lnTo>
                    <a:lnTo>
                      <a:pt x="244" y="68"/>
                    </a:lnTo>
                    <a:moveTo>
                      <a:pt x="122" y="151"/>
                    </a:moveTo>
                    <a:lnTo>
                      <a:pt x="122" y="187"/>
                    </a:lnTo>
                    <a:moveTo>
                      <a:pt x="73" y="187"/>
                    </a:moveTo>
                    <a:lnTo>
                      <a:pt x="171" y="187"/>
                    </a:ln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7880" tIns="43940" rIns="87880" bIns="43940" numCol="1" anchor="t" anchorCtr="0" compatLnSpc="1">
                <a:prstTxWarp prst="textNoShape">
                  <a:avLst/>
                </a:prstTxWarp>
              </a:bodyPr>
              <a:lstStyle/>
              <a:p>
                <a:pPr marL="0" marR="0" lvl="0" indent="0" algn="l" defTabSz="896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Semilight"/>
                  <a:ea typeface="+mn-ea"/>
                  <a:cs typeface="+mn-cs"/>
                </a:endParaRPr>
              </a:p>
            </p:txBody>
          </p:sp>
          <p:sp>
            <p:nvSpPr>
              <p:cNvPr id="74" name="monitor">
                <a:extLst>
                  <a:ext uri="{FF2B5EF4-FFF2-40B4-BE49-F238E27FC236}">
                    <a16:creationId xmlns:a16="http://schemas.microsoft.com/office/drawing/2014/main" id="{D130BF16-B558-4D2D-A609-BC32EC9A6BD1}"/>
                  </a:ext>
                </a:extLst>
              </p:cNvPr>
              <p:cNvSpPr>
                <a:spLocks noChangeAspect="1" noEditPoints="1"/>
              </p:cNvSpPr>
              <p:nvPr/>
            </p:nvSpPr>
            <p:spPr bwMode="auto">
              <a:xfrm>
                <a:off x="4560718" y="3263933"/>
                <a:ext cx="335871" cy="298130"/>
              </a:xfrm>
              <a:custGeom>
                <a:avLst/>
                <a:gdLst>
                  <a:gd name="T0" fmla="*/ 244 w 244"/>
                  <a:gd name="T1" fmla="*/ 68 h 187"/>
                  <a:gd name="T2" fmla="*/ 244 w 244"/>
                  <a:gd name="T3" fmla="*/ 151 h 187"/>
                  <a:gd name="T4" fmla="*/ 0 w 244"/>
                  <a:gd name="T5" fmla="*/ 151 h 187"/>
                  <a:gd name="T6" fmla="*/ 0 w 244"/>
                  <a:gd name="T7" fmla="*/ 0 h 187"/>
                  <a:gd name="T8" fmla="*/ 244 w 244"/>
                  <a:gd name="T9" fmla="*/ 0 h 187"/>
                  <a:gd name="T10" fmla="*/ 244 w 244"/>
                  <a:gd name="T11" fmla="*/ 68 h 187"/>
                  <a:gd name="T12" fmla="*/ 122 w 244"/>
                  <a:gd name="T13" fmla="*/ 151 h 187"/>
                  <a:gd name="T14" fmla="*/ 122 w 244"/>
                  <a:gd name="T15" fmla="*/ 187 h 187"/>
                  <a:gd name="T16" fmla="*/ 73 w 244"/>
                  <a:gd name="T17" fmla="*/ 187 h 187"/>
                  <a:gd name="T18" fmla="*/ 171 w 244"/>
                  <a:gd name="T19" fmla="*/ 187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4" h="187">
                    <a:moveTo>
                      <a:pt x="244" y="68"/>
                    </a:moveTo>
                    <a:lnTo>
                      <a:pt x="244" y="151"/>
                    </a:lnTo>
                    <a:lnTo>
                      <a:pt x="0" y="151"/>
                    </a:lnTo>
                    <a:lnTo>
                      <a:pt x="0" y="0"/>
                    </a:lnTo>
                    <a:lnTo>
                      <a:pt x="244" y="0"/>
                    </a:lnTo>
                    <a:lnTo>
                      <a:pt x="244" y="68"/>
                    </a:lnTo>
                    <a:moveTo>
                      <a:pt x="122" y="151"/>
                    </a:moveTo>
                    <a:lnTo>
                      <a:pt x="122" y="187"/>
                    </a:lnTo>
                    <a:moveTo>
                      <a:pt x="73" y="187"/>
                    </a:moveTo>
                    <a:lnTo>
                      <a:pt x="171" y="187"/>
                    </a:ln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7880" tIns="43940" rIns="87880" bIns="43940" numCol="1" anchor="t" anchorCtr="0" compatLnSpc="1">
                <a:prstTxWarp prst="textNoShape">
                  <a:avLst/>
                </a:prstTxWarp>
              </a:bodyPr>
              <a:lstStyle/>
              <a:p>
                <a:pPr marL="0" marR="0" lvl="0" indent="0" algn="l" defTabSz="896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Semilight"/>
                  <a:ea typeface="+mn-ea"/>
                  <a:cs typeface="+mn-cs"/>
                </a:endParaRPr>
              </a:p>
            </p:txBody>
          </p:sp>
        </p:grpSp>
      </p:grpSp>
    </p:spTree>
    <p:extLst>
      <p:ext uri="{BB962C8B-B14F-4D97-AF65-F5344CB8AC3E}">
        <p14:creationId xmlns:p14="http://schemas.microsoft.com/office/powerpoint/2010/main" val="24248978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Availability zones</a:t>
            </a:r>
          </a:p>
        </p:txBody>
      </p:sp>
      <p:sp>
        <p:nvSpPr>
          <p:cNvPr id="6" name="Text Placeholder 5"/>
          <p:cNvSpPr>
            <a:spLocks noGrp="1"/>
          </p:cNvSpPr>
          <p:nvPr>
            <p:ph sz="quarter" idx="10"/>
          </p:nvPr>
        </p:nvSpPr>
        <p:spPr>
          <a:xfrm>
            <a:off x="441252" y="1453155"/>
            <a:ext cx="6319409" cy="3893374"/>
          </a:xfrm>
        </p:spPr>
        <p:txBody>
          <a:bodyPr vert="horz" wrap="square" lIns="0" tIns="91440" rIns="146304" bIns="91440" rtlCol="0" anchor="t">
            <a:spAutoFit/>
          </a:bodyPr>
          <a:lstStyle/>
          <a:p>
            <a:pPr marL="342900" indent="-342900">
              <a:buFont typeface="Arial" panose="020B0604020202020204" pitchFamily="34" charset="0"/>
              <a:buChar char="•"/>
            </a:pPr>
            <a:r>
              <a:rPr lang="en-IE" dirty="0">
                <a:latin typeface="+mn-lt"/>
              </a:rPr>
              <a:t>Provide protection against downtime due to datacenter failure.</a:t>
            </a:r>
          </a:p>
          <a:p>
            <a:pPr marL="342900" indent="-342900">
              <a:buFont typeface="Arial" panose="020B0604020202020204" pitchFamily="34" charset="0"/>
              <a:buChar char="•"/>
            </a:pPr>
            <a:r>
              <a:rPr lang="en-IE" dirty="0">
                <a:latin typeface="+mn-lt"/>
              </a:rPr>
              <a:t>Physically separate datacenters within the same region.</a:t>
            </a:r>
          </a:p>
          <a:p>
            <a:pPr marL="342900" indent="-342900">
              <a:buFont typeface="Arial" panose="020B0604020202020204" pitchFamily="34" charset="0"/>
              <a:buChar char="•"/>
            </a:pPr>
            <a:r>
              <a:rPr lang="en-IE" dirty="0">
                <a:latin typeface="+mn-lt"/>
              </a:rPr>
              <a:t>Each datacenter is equipped with independent power, cooling, and networking.</a:t>
            </a:r>
            <a:r>
              <a:rPr lang="en-IE" dirty="0"/>
              <a:t> </a:t>
            </a:r>
            <a:endParaRPr lang="en-IE" dirty="0">
              <a:latin typeface="+mn-lt"/>
            </a:endParaRPr>
          </a:p>
          <a:p>
            <a:pPr marL="342900" indent="-342900">
              <a:buFont typeface="Arial" panose="020B0604020202020204" pitchFamily="34" charset="0"/>
              <a:buChar char="•"/>
            </a:pPr>
            <a:r>
              <a:rPr lang="en-IE" dirty="0">
                <a:latin typeface="+mn-lt"/>
              </a:rPr>
              <a:t>Connected through private </a:t>
            </a:r>
            <a:r>
              <a:rPr lang="en-IE" dirty="0" err="1">
                <a:latin typeface="+mn-lt"/>
              </a:rPr>
              <a:t>fiber</a:t>
            </a:r>
            <a:r>
              <a:rPr lang="en-IE" dirty="0">
                <a:latin typeface="+mn-lt"/>
              </a:rPr>
              <a:t>-optic networks.</a:t>
            </a:r>
          </a:p>
        </p:txBody>
      </p:sp>
      <p:grpSp>
        <p:nvGrpSpPr>
          <p:cNvPr id="5" name="Group 4" descr="Conceptual graphic containing a box entitled Azure region and within that box re three separate pictures of Availability zones, each with arrows point to the other two so show connectivity.">
            <a:extLst>
              <a:ext uri="{FF2B5EF4-FFF2-40B4-BE49-F238E27FC236}">
                <a16:creationId xmlns:a16="http://schemas.microsoft.com/office/drawing/2014/main" id="{3AEDB905-FC8D-448D-AC0A-15F4C45D8B15}"/>
              </a:ext>
            </a:extLst>
          </p:cNvPr>
          <p:cNvGrpSpPr/>
          <p:nvPr/>
        </p:nvGrpSpPr>
        <p:grpSpPr>
          <a:xfrm>
            <a:off x="7050529" y="1255870"/>
            <a:ext cx="4719046" cy="4189761"/>
            <a:chOff x="6818439" y="1571306"/>
            <a:chExt cx="4785298" cy="4248581"/>
          </a:xfrm>
        </p:grpSpPr>
        <p:grpSp>
          <p:nvGrpSpPr>
            <p:cNvPr id="7" name="Group 6">
              <a:extLst>
                <a:ext uri="{FF2B5EF4-FFF2-40B4-BE49-F238E27FC236}">
                  <a16:creationId xmlns:a16="http://schemas.microsoft.com/office/drawing/2014/main" id="{4DADC3C6-7E2B-431E-80AD-8E39793EC04B}"/>
                </a:ext>
              </a:extLst>
            </p:cNvPr>
            <p:cNvGrpSpPr/>
            <p:nvPr/>
          </p:nvGrpSpPr>
          <p:grpSpPr>
            <a:xfrm>
              <a:off x="7117431" y="2517295"/>
              <a:ext cx="1691584" cy="999225"/>
              <a:chOff x="6999098" y="4432150"/>
              <a:chExt cx="1691584" cy="999225"/>
            </a:xfrm>
          </p:grpSpPr>
          <p:pic>
            <p:nvPicPr>
              <p:cNvPr id="23" name="Picture 22" descr="diagram of three fault domains, FD0, FD1 and FD1. FD0 contains one UD 0 and FD1 contains two update domains, UD1 and UD2.">
                <a:extLst>
                  <a:ext uri="{FF2B5EF4-FFF2-40B4-BE49-F238E27FC236}">
                    <a16:creationId xmlns:a16="http://schemas.microsoft.com/office/drawing/2014/main" id="{59A63A6C-4FD2-435A-A924-75784D6AFF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1498" y="4584550"/>
                <a:ext cx="1539184" cy="846825"/>
              </a:xfrm>
              <a:prstGeom prst="rect">
                <a:avLst/>
              </a:prstGeom>
              <a:ln>
                <a:solidFill>
                  <a:schemeClr val="tx1"/>
                </a:solidFill>
              </a:ln>
            </p:spPr>
          </p:pic>
          <p:pic>
            <p:nvPicPr>
              <p:cNvPr id="24" name="Picture 23" descr="diagram of three fault domains, FD0, FD1 and FD1. FD0 contains one UD 0 and FD1 contains two update domains, UD1 and UD2.">
                <a:extLst>
                  <a:ext uri="{FF2B5EF4-FFF2-40B4-BE49-F238E27FC236}">
                    <a16:creationId xmlns:a16="http://schemas.microsoft.com/office/drawing/2014/main" id="{33D9E7F5-BEF0-4433-B11F-A53824A7A1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9098" y="4432150"/>
                <a:ext cx="1539184" cy="846825"/>
              </a:xfrm>
              <a:prstGeom prst="rect">
                <a:avLst/>
              </a:prstGeom>
              <a:ln>
                <a:solidFill>
                  <a:schemeClr val="tx1"/>
                </a:solidFill>
              </a:ln>
            </p:spPr>
          </p:pic>
        </p:grpSp>
        <p:grpSp>
          <p:nvGrpSpPr>
            <p:cNvPr id="8" name="Group 7">
              <a:extLst>
                <a:ext uri="{FF2B5EF4-FFF2-40B4-BE49-F238E27FC236}">
                  <a16:creationId xmlns:a16="http://schemas.microsoft.com/office/drawing/2014/main" id="{921F8F84-DD3C-48AE-87D9-64E79023DDE7}"/>
                </a:ext>
              </a:extLst>
            </p:cNvPr>
            <p:cNvGrpSpPr/>
            <p:nvPr/>
          </p:nvGrpSpPr>
          <p:grpSpPr>
            <a:xfrm>
              <a:off x="9586238" y="2513688"/>
              <a:ext cx="1691584" cy="999225"/>
              <a:chOff x="6999098" y="4432150"/>
              <a:chExt cx="1691584" cy="999225"/>
            </a:xfrm>
          </p:grpSpPr>
          <p:pic>
            <p:nvPicPr>
              <p:cNvPr id="21" name="Picture 20" descr="diagram of three fault domains, FD0, FD1 and FD1. FD0 contains one UD 0 and FD1 contains two update domains, UD1 and UD2.">
                <a:extLst>
                  <a:ext uri="{FF2B5EF4-FFF2-40B4-BE49-F238E27FC236}">
                    <a16:creationId xmlns:a16="http://schemas.microsoft.com/office/drawing/2014/main" id="{27DD964D-B9C7-449F-8749-704A22005B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1498" y="4584550"/>
                <a:ext cx="1539184" cy="846825"/>
              </a:xfrm>
              <a:prstGeom prst="rect">
                <a:avLst/>
              </a:prstGeom>
              <a:ln>
                <a:solidFill>
                  <a:schemeClr val="tx1"/>
                </a:solidFill>
              </a:ln>
            </p:spPr>
          </p:pic>
          <p:pic>
            <p:nvPicPr>
              <p:cNvPr id="22" name="Picture 21" descr="diagram of three fault domains, FD0, FD1 and FD1. FD0 contains one UD 0 and FD1 contains two update domains, UD1 and UD2.">
                <a:extLst>
                  <a:ext uri="{FF2B5EF4-FFF2-40B4-BE49-F238E27FC236}">
                    <a16:creationId xmlns:a16="http://schemas.microsoft.com/office/drawing/2014/main" id="{EF911D1C-93E1-4852-9B3A-C1BB751553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9098" y="4432150"/>
                <a:ext cx="1539184" cy="846825"/>
              </a:xfrm>
              <a:prstGeom prst="rect">
                <a:avLst/>
              </a:prstGeom>
              <a:ln>
                <a:solidFill>
                  <a:schemeClr val="tx1"/>
                </a:solidFill>
              </a:ln>
            </p:spPr>
          </p:pic>
        </p:grpSp>
        <p:grpSp>
          <p:nvGrpSpPr>
            <p:cNvPr id="9" name="Group 8">
              <a:extLst>
                <a:ext uri="{FF2B5EF4-FFF2-40B4-BE49-F238E27FC236}">
                  <a16:creationId xmlns:a16="http://schemas.microsoft.com/office/drawing/2014/main" id="{22360E82-8941-4388-8D8C-6A94D5EA18A1}"/>
                </a:ext>
              </a:extLst>
            </p:cNvPr>
            <p:cNvGrpSpPr/>
            <p:nvPr/>
          </p:nvGrpSpPr>
          <p:grpSpPr>
            <a:xfrm>
              <a:off x="8425270" y="4311420"/>
              <a:ext cx="1691584" cy="999225"/>
              <a:chOff x="6999098" y="4432150"/>
              <a:chExt cx="1691584" cy="999225"/>
            </a:xfrm>
          </p:grpSpPr>
          <p:pic>
            <p:nvPicPr>
              <p:cNvPr id="19" name="Picture 18" descr="diagram of three fault domains, FD0, FD1 and FD1. FD0 contains one UD 0 and FD1 contains two update domains, UD1 and UD2.">
                <a:extLst>
                  <a:ext uri="{FF2B5EF4-FFF2-40B4-BE49-F238E27FC236}">
                    <a16:creationId xmlns:a16="http://schemas.microsoft.com/office/drawing/2014/main" id="{2B24F88C-F664-4133-91D6-9C69424D1E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1498" y="4584550"/>
                <a:ext cx="1539184" cy="846825"/>
              </a:xfrm>
              <a:prstGeom prst="rect">
                <a:avLst/>
              </a:prstGeom>
              <a:ln>
                <a:solidFill>
                  <a:schemeClr val="tx1"/>
                </a:solidFill>
              </a:ln>
            </p:spPr>
          </p:pic>
          <p:pic>
            <p:nvPicPr>
              <p:cNvPr id="20" name="Picture 19" descr="diagram of three fault domains, FD0, FD1 and FD1. FD0 contains one UD 0 and FD1 contains two update domains, UD1 and UD2.">
                <a:extLst>
                  <a:ext uri="{FF2B5EF4-FFF2-40B4-BE49-F238E27FC236}">
                    <a16:creationId xmlns:a16="http://schemas.microsoft.com/office/drawing/2014/main" id="{109A3630-DE95-4268-B3A6-1CFB48B851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9098" y="4432150"/>
                <a:ext cx="1539184" cy="846825"/>
              </a:xfrm>
              <a:prstGeom prst="rect">
                <a:avLst/>
              </a:prstGeom>
              <a:ln>
                <a:solidFill>
                  <a:schemeClr val="tx1"/>
                </a:solidFill>
              </a:ln>
            </p:spPr>
          </p:pic>
        </p:grpSp>
        <p:sp>
          <p:nvSpPr>
            <p:cNvPr id="10" name="Rectangle 9">
              <a:extLst>
                <a:ext uri="{FF2B5EF4-FFF2-40B4-BE49-F238E27FC236}">
                  <a16:creationId xmlns:a16="http://schemas.microsoft.com/office/drawing/2014/main" id="{90C3513A-1756-4789-9F87-82047F90C544}"/>
                </a:ext>
              </a:extLst>
            </p:cNvPr>
            <p:cNvSpPr/>
            <p:nvPr/>
          </p:nvSpPr>
          <p:spPr>
            <a:xfrm>
              <a:off x="6926019" y="2138699"/>
              <a:ext cx="2009653" cy="363946"/>
            </a:xfrm>
            <a:prstGeom prst="rect">
              <a:avLst/>
            </a:prstGeom>
          </p:spPr>
          <p:txBody>
            <a:bodyPr wrap="none">
              <a:spAutoFit/>
            </a:bodyPr>
            <a:lstStyle/>
            <a:p>
              <a:r>
                <a:rPr lang="en-IE" dirty="0"/>
                <a:t>Availability Zone 1</a:t>
              </a:r>
              <a:endParaRPr lang="en-US" dirty="0"/>
            </a:p>
          </p:txBody>
        </p:sp>
        <p:sp>
          <p:nvSpPr>
            <p:cNvPr id="11" name="Rectangle 10">
              <a:extLst>
                <a:ext uri="{FF2B5EF4-FFF2-40B4-BE49-F238E27FC236}">
                  <a16:creationId xmlns:a16="http://schemas.microsoft.com/office/drawing/2014/main" id="{A118B9BF-950B-4A33-B5EC-A51AF5CD77DB}"/>
                </a:ext>
              </a:extLst>
            </p:cNvPr>
            <p:cNvSpPr/>
            <p:nvPr/>
          </p:nvSpPr>
          <p:spPr>
            <a:xfrm>
              <a:off x="8288645" y="5360218"/>
              <a:ext cx="2009653" cy="363946"/>
            </a:xfrm>
            <a:prstGeom prst="rect">
              <a:avLst/>
            </a:prstGeom>
          </p:spPr>
          <p:txBody>
            <a:bodyPr wrap="none">
              <a:spAutoFit/>
            </a:bodyPr>
            <a:lstStyle/>
            <a:p>
              <a:r>
                <a:rPr lang="en-IE"/>
                <a:t>Availability Zone 3</a:t>
              </a:r>
              <a:endParaRPr lang="en-US"/>
            </a:p>
          </p:txBody>
        </p:sp>
        <p:sp>
          <p:nvSpPr>
            <p:cNvPr id="12" name="Rectangle 11">
              <a:extLst>
                <a:ext uri="{FF2B5EF4-FFF2-40B4-BE49-F238E27FC236}">
                  <a16:creationId xmlns:a16="http://schemas.microsoft.com/office/drawing/2014/main" id="{DED9248F-ADD8-4814-8471-968A3DC3042E}"/>
                </a:ext>
              </a:extLst>
            </p:cNvPr>
            <p:cNvSpPr/>
            <p:nvPr/>
          </p:nvSpPr>
          <p:spPr>
            <a:xfrm>
              <a:off x="9426309" y="2104282"/>
              <a:ext cx="2009653" cy="363946"/>
            </a:xfrm>
            <a:prstGeom prst="rect">
              <a:avLst/>
            </a:prstGeom>
          </p:spPr>
          <p:txBody>
            <a:bodyPr wrap="none">
              <a:spAutoFit/>
            </a:bodyPr>
            <a:lstStyle/>
            <a:p>
              <a:r>
                <a:rPr lang="en-IE"/>
                <a:t>Availability Zone 2</a:t>
              </a:r>
              <a:endParaRPr lang="en-US"/>
            </a:p>
          </p:txBody>
        </p:sp>
        <p:sp>
          <p:nvSpPr>
            <p:cNvPr id="13" name="Arrow: Left-Right 12">
              <a:extLst>
                <a:ext uri="{FF2B5EF4-FFF2-40B4-BE49-F238E27FC236}">
                  <a16:creationId xmlns:a16="http://schemas.microsoft.com/office/drawing/2014/main" id="{D2351211-A447-4536-AACF-ED13AB686E72}"/>
                </a:ext>
              </a:extLst>
            </p:cNvPr>
            <p:cNvSpPr/>
            <p:nvPr/>
          </p:nvSpPr>
          <p:spPr bwMode="auto">
            <a:xfrm>
              <a:off x="8870804" y="2861541"/>
              <a:ext cx="734489" cy="346616"/>
            </a:xfrm>
            <a:prstGeom prst="leftRightArrow">
              <a:avLst/>
            </a:prstGeom>
            <a:solidFill>
              <a:srgbClr val="2E6C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sp>
          <p:nvSpPr>
            <p:cNvPr id="14" name="Arrow: Left-Right 13">
              <a:extLst>
                <a:ext uri="{FF2B5EF4-FFF2-40B4-BE49-F238E27FC236}">
                  <a16:creationId xmlns:a16="http://schemas.microsoft.com/office/drawing/2014/main" id="{06D8D8D5-8485-4E62-809C-7D564FFE123D}"/>
                </a:ext>
              </a:extLst>
            </p:cNvPr>
            <p:cNvSpPr/>
            <p:nvPr/>
          </p:nvSpPr>
          <p:spPr bwMode="auto">
            <a:xfrm rot="3143699">
              <a:off x="8184190" y="3712099"/>
              <a:ext cx="734489" cy="346616"/>
            </a:xfrm>
            <a:prstGeom prst="leftRightArrow">
              <a:avLst/>
            </a:prstGeom>
            <a:solidFill>
              <a:srgbClr val="2E6C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pic>
          <p:nvPicPr>
            <p:cNvPr id="15" name="Picture 14">
              <a:extLst>
                <a:ext uri="{FF2B5EF4-FFF2-40B4-BE49-F238E27FC236}">
                  <a16:creationId xmlns:a16="http://schemas.microsoft.com/office/drawing/2014/main" id="{805E6B2A-E6C2-4E3A-BA2E-226A1E5A328F}"/>
                </a:ext>
              </a:extLst>
            </p:cNvPr>
            <p:cNvPicPr>
              <a:picLocks noChangeAspect="1"/>
            </p:cNvPicPr>
            <p:nvPr/>
          </p:nvPicPr>
          <p:blipFill>
            <a:blip r:embed="rId4"/>
            <a:stretch>
              <a:fillRect/>
            </a:stretch>
          </p:blipFill>
          <p:spPr>
            <a:xfrm flipH="1">
              <a:off x="9598649" y="3590370"/>
              <a:ext cx="518205" cy="585267"/>
            </a:xfrm>
            <a:prstGeom prst="rect">
              <a:avLst/>
            </a:prstGeom>
          </p:spPr>
        </p:pic>
        <p:sp>
          <p:nvSpPr>
            <p:cNvPr id="16" name="Rectangle 15">
              <a:extLst>
                <a:ext uri="{FF2B5EF4-FFF2-40B4-BE49-F238E27FC236}">
                  <a16:creationId xmlns:a16="http://schemas.microsoft.com/office/drawing/2014/main" id="{EDDE5154-A715-4498-B1F6-76C92411F7AD}"/>
                </a:ext>
              </a:extLst>
            </p:cNvPr>
            <p:cNvSpPr/>
            <p:nvPr/>
          </p:nvSpPr>
          <p:spPr bwMode="auto">
            <a:xfrm>
              <a:off x="6818439" y="1775012"/>
              <a:ext cx="4785298" cy="4044875"/>
            </a:xfrm>
            <a:prstGeom prst="rect">
              <a:avLst/>
            </a:prstGeom>
            <a:noFill/>
            <a:ln w="12700">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80FC8344-0717-4DF1-8D6C-319B8618D90C}"/>
                </a:ext>
              </a:extLst>
            </p:cNvPr>
            <p:cNvSpPr/>
            <p:nvPr/>
          </p:nvSpPr>
          <p:spPr>
            <a:xfrm>
              <a:off x="8330344" y="1571306"/>
              <a:ext cx="1693797" cy="400110"/>
            </a:xfrm>
            <a:prstGeom prst="rect">
              <a:avLst/>
            </a:prstGeom>
            <a:solidFill>
              <a:schemeClr val="bg1"/>
            </a:solidFill>
          </p:spPr>
          <p:txBody>
            <a:bodyPr wrap="none">
              <a:spAutoFit/>
            </a:bodyPr>
            <a:lstStyle/>
            <a:p>
              <a:r>
                <a:rPr lang="en-IE" sz="2000"/>
                <a:t>Azure Region</a:t>
              </a:r>
              <a:endParaRPr lang="en-US" sz="2000"/>
            </a:p>
          </p:txBody>
        </p:sp>
      </p:grpSp>
      <p:sp>
        <p:nvSpPr>
          <p:cNvPr id="3" name="Footer Placeholder 1">
            <a:extLst>
              <a:ext uri="{FF2B5EF4-FFF2-40B4-BE49-F238E27FC236}">
                <a16:creationId xmlns:a16="http://schemas.microsoft.com/office/drawing/2014/main" id="{ED33A386-9779-4C37-94E8-F2D8A9F6206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83969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922517-322A-43B7-9CF0-D6D66DD3DD88}"/>
              </a:ext>
            </a:extLst>
          </p:cNvPr>
          <p:cNvSpPr>
            <a:spLocks noGrp="1"/>
          </p:cNvSpPr>
          <p:nvPr>
            <p:ph type="title"/>
          </p:nvPr>
        </p:nvSpPr>
        <p:spPr>
          <a:xfrm>
            <a:off x="418643" y="183319"/>
            <a:ext cx="11341268" cy="680196"/>
          </a:xfrm>
        </p:spPr>
        <p:txBody>
          <a:bodyPr>
            <a:normAutofit fontScale="90000"/>
          </a:bodyPr>
          <a:lstStyle/>
          <a:p>
            <a:r>
              <a:rPr lang="en-US" dirty="0"/>
              <a:t>Azure Resources</a:t>
            </a:r>
          </a:p>
        </p:txBody>
      </p:sp>
      <p:sp>
        <p:nvSpPr>
          <p:cNvPr id="6" name="Content Placeholder 5">
            <a:extLst>
              <a:ext uri="{FF2B5EF4-FFF2-40B4-BE49-F238E27FC236}">
                <a16:creationId xmlns:a16="http://schemas.microsoft.com/office/drawing/2014/main" id="{C0FF092D-7D8A-4651-A3C4-98C7FC9A7685}"/>
              </a:ext>
            </a:extLst>
          </p:cNvPr>
          <p:cNvSpPr>
            <a:spLocks noGrp="1"/>
          </p:cNvSpPr>
          <p:nvPr>
            <p:ph sz="quarter" idx="10"/>
          </p:nvPr>
        </p:nvSpPr>
        <p:spPr>
          <a:xfrm>
            <a:off x="434510" y="1002016"/>
            <a:ext cx="11340811" cy="923330"/>
          </a:xfrm>
        </p:spPr>
        <p:txBody>
          <a:bodyPr vert="horz" wrap="square" lIns="0" tIns="91440" rIns="146304" bIns="91440" rtlCol="0" anchor="t">
            <a:spAutoFit/>
          </a:bodyPr>
          <a:lstStyle/>
          <a:p>
            <a:r>
              <a:rPr lang="en-US" dirty="0">
                <a:latin typeface="Segoe UI"/>
                <a:cs typeface="Segoe UI"/>
              </a:rPr>
              <a:t>Azure </a:t>
            </a:r>
            <a:r>
              <a:rPr lang="en-US" b="1" dirty="0">
                <a:latin typeface="Segoe UI"/>
                <a:cs typeface="Segoe UI"/>
              </a:rPr>
              <a:t>resources</a:t>
            </a:r>
            <a:r>
              <a:rPr lang="en-US" dirty="0">
                <a:latin typeface="Segoe UI"/>
                <a:cs typeface="Segoe UI"/>
              </a:rPr>
              <a:t> are components like storage, virtual machines, and networks that are available to build cloud solutions.</a:t>
            </a:r>
          </a:p>
        </p:txBody>
      </p:sp>
      <p:grpSp>
        <p:nvGrpSpPr>
          <p:cNvPr id="40" name="Group 39" descr="Group of 6 icons showing different types of Azure resources available.  The are Virtual Machine, Storage, Networks, App Services, SQL Databases, and Functions.">
            <a:extLst>
              <a:ext uri="{FF2B5EF4-FFF2-40B4-BE49-F238E27FC236}">
                <a16:creationId xmlns:a16="http://schemas.microsoft.com/office/drawing/2014/main" id="{B122006E-D25E-4CBD-9B42-EC2BB5B0F25E}"/>
              </a:ext>
            </a:extLst>
          </p:cNvPr>
          <p:cNvGrpSpPr/>
          <p:nvPr/>
        </p:nvGrpSpPr>
        <p:grpSpPr>
          <a:xfrm>
            <a:off x="1207858" y="1889478"/>
            <a:ext cx="9776285" cy="3704067"/>
            <a:chOff x="1091695" y="2530110"/>
            <a:chExt cx="9776285" cy="3704067"/>
          </a:xfrm>
        </p:grpSpPr>
        <p:grpSp>
          <p:nvGrpSpPr>
            <p:cNvPr id="37" name="Group 36">
              <a:extLst>
                <a:ext uri="{FF2B5EF4-FFF2-40B4-BE49-F238E27FC236}">
                  <a16:creationId xmlns:a16="http://schemas.microsoft.com/office/drawing/2014/main" id="{A4E7AC43-C3DB-4D3F-B94D-5F486AC7C88B}"/>
                </a:ext>
              </a:extLst>
            </p:cNvPr>
            <p:cNvGrpSpPr/>
            <p:nvPr/>
          </p:nvGrpSpPr>
          <p:grpSpPr>
            <a:xfrm>
              <a:off x="1091695" y="2641404"/>
              <a:ext cx="2638415" cy="1678252"/>
              <a:chOff x="552680" y="2675092"/>
              <a:chExt cx="2638415" cy="1678252"/>
            </a:xfrm>
          </p:grpSpPr>
          <p:pic>
            <p:nvPicPr>
              <p:cNvPr id="9" name="Picture 8">
                <a:extLst>
                  <a:ext uri="{FF2B5EF4-FFF2-40B4-BE49-F238E27FC236}">
                    <a16:creationId xmlns:a16="http://schemas.microsoft.com/office/drawing/2014/main" id="{4FD7DEAC-8E87-4AC2-81B9-437471FB6D7A}"/>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299094" y="2675092"/>
                <a:ext cx="1141353" cy="1141353"/>
              </a:xfrm>
              <a:prstGeom prst="rect">
                <a:avLst/>
              </a:prstGeom>
            </p:spPr>
          </p:pic>
          <p:sp>
            <p:nvSpPr>
              <p:cNvPr id="2" name="TextBox 1">
                <a:extLst>
                  <a:ext uri="{FF2B5EF4-FFF2-40B4-BE49-F238E27FC236}">
                    <a16:creationId xmlns:a16="http://schemas.microsoft.com/office/drawing/2014/main" id="{D0F08480-CCB0-437B-8C78-A36C810934C8}"/>
                  </a:ext>
                </a:extLst>
              </p:cNvPr>
              <p:cNvSpPr txBox="1"/>
              <p:nvPr/>
            </p:nvSpPr>
            <p:spPr>
              <a:xfrm>
                <a:off x="552680" y="3725480"/>
                <a:ext cx="2638415" cy="627864"/>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Virtual Machines</a:t>
                </a:r>
              </a:p>
            </p:txBody>
          </p:sp>
        </p:grpSp>
        <p:grpSp>
          <p:nvGrpSpPr>
            <p:cNvPr id="38" name="Group 37">
              <a:extLst>
                <a:ext uri="{FF2B5EF4-FFF2-40B4-BE49-F238E27FC236}">
                  <a16:creationId xmlns:a16="http://schemas.microsoft.com/office/drawing/2014/main" id="{2C3A9148-E402-4A38-8986-71A09FC6353C}"/>
                </a:ext>
              </a:extLst>
            </p:cNvPr>
            <p:cNvGrpSpPr/>
            <p:nvPr/>
          </p:nvGrpSpPr>
          <p:grpSpPr>
            <a:xfrm>
              <a:off x="4608372" y="2667191"/>
              <a:ext cx="2745432" cy="1652465"/>
              <a:chOff x="3759281" y="2700879"/>
              <a:chExt cx="2745432" cy="1652465"/>
            </a:xfrm>
          </p:grpSpPr>
          <p:pic>
            <p:nvPicPr>
              <p:cNvPr id="25" name="Graphic 24">
                <a:extLst>
                  <a:ext uri="{FF2B5EF4-FFF2-40B4-BE49-F238E27FC236}">
                    <a16:creationId xmlns:a16="http://schemas.microsoft.com/office/drawing/2014/main" id="{88F29FB0-B242-4567-84B1-E49DD154323E}"/>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t="9562" b="7965"/>
              <a:stretch/>
            </p:blipFill>
            <p:spPr>
              <a:xfrm>
                <a:off x="4468751" y="2700879"/>
                <a:ext cx="1326493" cy="1094013"/>
              </a:xfrm>
              <a:prstGeom prst="rect">
                <a:avLst/>
              </a:prstGeom>
            </p:spPr>
          </p:pic>
          <p:sp>
            <p:nvSpPr>
              <p:cNvPr id="4" name="TextBox 3">
                <a:extLst>
                  <a:ext uri="{FF2B5EF4-FFF2-40B4-BE49-F238E27FC236}">
                    <a16:creationId xmlns:a16="http://schemas.microsoft.com/office/drawing/2014/main" id="{DAD5727A-D0F2-48A0-83C4-E848BD10AB09}"/>
                  </a:ext>
                </a:extLst>
              </p:cNvPr>
              <p:cNvSpPr txBox="1"/>
              <p:nvPr/>
            </p:nvSpPr>
            <p:spPr>
              <a:xfrm>
                <a:off x="3759281" y="3725480"/>
                <a:ext cx="2745432" cy="627864"/>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Storage Accounts</a:t>
                </a:r>
              </a:p>
            </p:txBody>
          </p:sp>
        </p:grpSp>
        <p:grpSp>
          <p:nvGrpSpPr>
            <p:cNvPr id="39" name="Group 38">
              <a:extLst>
                <a:ext uri="{FF2B5EF4-FFF2-40B4-BE49-F238E27FC236}">
                  <a16:creationId xmlns:a16="http://schemas.microsoft.com/office/drawing/2014/main" id="{92D0A42B-FDB0-4970-BFEB-A9BDCA5E6038}"/>
                </a:ext>
              </a:extLst>
            </p:cNvPr>
            <p:cNvGrpSpPr/>
            <p:nvPr/>
          </p:nvGrpSpPr>
          <p:grpSpPr>
            <a:xfrm>
              <a:off x="8232066" y="2530110"/>
              <a:ext cx="2635914" cy="1789546"/>
              <a:chOff x="7693051" y="2563798"/>
              <a:chExt cx="2635914" cy="1789546"/>
            </a:xfrm>
          </p:grpSpPr>
          <p:pic>
            <p:nvPicPr>
              <p:cNvPr id="17" name="Picture 16">
                <a:extLst>
                  <a:ext uri="{FF2B5EF4-FFF2-40B4-BE49-F238E27FC236}">
                    <a16:creationId xmlns:a16="http://schemas.microsoft.com/office/drawing/2014/main" id="{9D9A277B-EC91-412A-8467-C1232A6B28A6}"/>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8326921" y="2563798"/>
                <a:ext cx="1368175" cy="1368175"/>
              </a:xfrm>
              <a:prstGeom prst="rect">
                <a:avLst/>
              </a:prstGeom>
            </p:spPr>
          </p:pic>
          <p:sp>
            <p:nvSpPr>
              <p:cNvPr id="8" name="TextBox 7">
                <a:extLst>
                  <a:ext uri="{FF2B5EF4-FFF2-40B4-BE49-F238E27FC236}">
                    <a16:creationId xmlns:a16="http://schemas.microsoft.com/office/drawing/2014/main" id="{AA19368E-E94C-4716-998F-FDC4BBDFA1A8}"/>
                  </a:ext>
                </a:extLst>
              </p:cNvPr>
              <p:cNvSpPr txBox="1"/>
              <p:nvPr/>
            </p:nvSpPr>
            <p:spPr>
              <a:xfrm>
                <a:off x="7693051" y="3725480"/>
                <a:ext cx="2635914" cy="627864"/>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Virtual Networks</a:t>
                </a:r>
              </a:p>
            </p:txBody>
          </p:sp>
        </p:grpSp>
        <p:grpSp>
          <p:nvGrpSpPr>
            <p:cNvPr id="36" name="Group 35">
              <a:extLst>
                <a:ext uri="{FF2B5EF4-FFF2-40B4-BE49-F238E27FC236}">
                  <a16:creationId xmlns:a16="http://schemas.microsoft.com/office/drawing/2014/main" id="{39FB2BF0-DC09-4397-AF96-867CA42C6976}"/>
                </a:ext>
              </a:extLst>
            </p:cNvPr>
            <p:cNvGrpSpPr/>
            <p:nvPr/>
          </p:nvGrpSpPr>
          <p:grpSpPr>
            <a:xfrm>
              <a:off x="1353657" y="4425721"/>
              <a:ext cx="2114490" cy="1808456"/>
              <a:chOff x="814643" y="4528018"/>
              <a:chExt cx="2114490" cy="1808456"/>
            </a:xfrm>
          </p:grpSpPr>
          <p:pic>
            <p:nvPicPr>
              <p:cNvPr id="21" name="Picture 20">
                <a:extLst>
                  <a:ext uri="{FF2B5EF4-FFF2-40B4-BE49-F238E27FC236}">
                    <a16:creationId xmlns:a16="http://schemas.microsoft.com/office/drawing/2014/main" id="{389E0D63-D73E-4B9B-A1D0-CEC5496B13F3}"/>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1299095" y="4528018"/>
                <a:ext cx="1145586" cy="1145586"/>
              </a:xfrm>
              <a:prstGeom prst="rect">
                <a:avLst/>
              </a:prstGeom>
            </p:spPr>
          </p:pic>
          <p:sp>
            <p:nvSpPr>
              <p:cNvPr id="11" name="TextBox 10">
                <a:extLst>
                  <a:ext uri="{FF2B5EF4-FFF2-40B4-BE49-F238E27FC236}">
                    <a16:creationId xmlns:a16="http://schemas.microsoft.com/office/drawing/2014/main" id="{CB68CFE9-7315-45B3-BC83-F23B058383BC}"/>
                  </a:ext>
                </a:extLst>
              </p:cNvPr>
              <p:cNvSpPr txBox="1"/>
              <p:nvPr/>
            </p:nvSpPr>
            <p:spPr>
              <a:xfrm>
                <a:off x="814643" y="5708610"/>
                <a:ext cx="2114490" cy="627864"/>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App Services</a:t>
                </a:r>
              </a:p>
            </p:txBody>
          </p:sp>
        </p:grpSp>
        <p:grpSp>
          <p:nvGrpSpPr>
            <p:cNvPr id="35" name="Group 34">
              <a:extLst>
                <a:ext uri="{FF2B5EF4-FFF2-40B4-BE49-F238E27FC236}">
                  <a16:creationId xmlns:a16="http://schemas.microsoft.com/office/drawing/2014/main" id="{6E24FB3E-78F6-4D83-8FC0-7A33DBFDD352}"/>
                </a:ext>
              </a:extLst>
            </p:cNvPr>
            <p:cNvGrpSpPr/>
            <p:nvPr/>
          </p:nvGrpSpPr>
          <p:grpSpPr>
            <a:xfrm>
              <a:off x="4737243" y="4425721"/>
              <a:ext cx="2390719" cy="1808456"/>
              <a:chOff x="3668838" y="4528018"/>
              <a:chExt cx="2390719" cy="1808456"/>
            </a:xfrm>
          </p:grpSpPr>
          <p:pic>
            <p:nvPicPr>
              <p:cNvPr id="13" name="Picture 12">
                <a:extLst>
                  <a:ext uri="{FF2B5EF4-FFF2-40B4-BE49-F238E27FC236}">
                    <a16:creationId xmlns:a16="http://schemas.microsoft.com/office/drawing/2014/main" id="{529D27F6-8177-4231-9DCC-022A63BD63DF}"/>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4291404" y="4528018"/>
                <a:ext cx="1145586" cy="1145586"/>
              </a:xfrm>
              <a:prstGeom prst="rect">
                <a:avLst/>
              </a:prstGeom>
            </p:spPr>
          </p:pic>
          <p:sp>
            <p:nvSpPr>
              <p:cNvPr id="14" name="TextBox 13">
                <a:extLst>
                  <a:ext uri="{FF2B5EF4-FFF2-40B4-BE49-F238E27FC236}">
                    <a16:creationId xmlns:a16="http://schemas.microsoft.com/office/drawing/2014/main" id="{B6C87DB8-DFA1-451C-9999-EE9DD0D3B4E1}"/>
                  </a:ext>
                </a:extLst>
              </p:cNvPr>
              <p:cNvSpPr txBox="1"/>
              <p:nvPr/>
            </p:nvSpPr>
            <p:spPr>
              <a:xfrm>
                <a:off x="3668838" y="5708610"/>
                <a:ext cx="2390719" cy="627864"/>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SQL Databases</a:t>
                </a:r>
              </a:p>
            </p:txBody>
          </p:sp>
        </p:grpSp>
        <p:grpSp>
          <p:nvGrpSpPr>
            <p:cNvPr id="34" name="Group 33">
              <a:extLst>
                <a:ext uri="{FF2B5EF4-FFF2-40B4-BE49-F238E27FC236}">
                  <a16:creationId xmlns:a16="http://schemas.microsoft.com/office/drawing/2014/main" id="{965486E5-4B44-4E77-9E28-297A8F046048}"/>
                </a:ext>
              </a:extLst>
            </p:cNvPr>
            <p:cNvGrpSpPr/>
            <p:nvPr/>
          </p:nvGrpSpPr>
          <p:grpSpPr>
            <a:xfrm>
              <a:off x="8657100" y="4466719"/>
              <a:ext cx="1677382" cy="1767458"/>
              <a:chOff x="7333626" y="4569016"/>
              <a:chExt cx="1677382" cy="1767458"/>
            </a:xfrm>
          </p:grpSpPr>
          <p:pic>
            <p:nvPicPr>
              <p:cNvPr id="27" name="Graphic 26">
                <a:extLst>
                  <a:ext uri="{FF2B5EF4-FFF2-40B4-BE49-F238E27FC236}">
                    <a16:creationId xmlns:a16="http://schemas.microsoft.com/office/drawing/2014/main" id="{3740DC95-358B-4C11-9982-6AA809E98277}"/>
                  </a:ext>
                </a:extLst>
              </p:cNvPr>
              <p:cNvPicPr>
                <a:picLocks noChangeAspect="1"/>
              </p:cNvPicPr>
              <p:nvPr/>
            </p:nvPicPr>
            <p:blipFill>
              <a:blip r:embed="rId13">
                <a:extLst>
                  <a:ext uri="{96DAC541-7B7A-43D3-8B79-37D633B846F1}">
                    <asvg:svgBlip xmlns:asvg="http://schemas.microsoft.com/office/drawing/2016/SVG/main" r:embed="rId14"/>
                  </a:ext>
                </a:extLst>
              </a:blip>
              <a:srcRect/>
              <a:stretch/>
            </p:blipFill>
            <p:spPr>
              <a:xfrm>
                <a:off x="7640522" y="4569016"/>
                <a:ext cx="1145586" cy="1145586"/>
              </a:xfrm>
              <a:prstGeom prst="rect">
                <a:avLst/>
              </a:prstGeom>
            </p:spPr>
          </p:pic>
          <p:sp>
            <p:nvSpPr>
              <p:cNvPr id="16" name="TextBox 15">
                <a:extLst>
                  <a:ext uri="{FF2B5EF4-FFF2-40B4-BE49-F238E27FC236}">
                    <a16:creationId xmlns:a16="http://schemas.microsoft.com/office/drawing/2014/main" id="{7DA81A19-FA5C-4E6D-8465-C7EB31542308}"/>
                  </a:ext>
                </a:extLst>
              </p:cNvPr>
              <p:cNvSpPr txBox="1"/>
              <p:nvPr/>
            </p:nvSpPr>
            <p:spPr>
              <a:xfrm>
                <a:off x="7333626" y="5708610"/>
                <a:ext cx="1677382" cy="627864"/>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Functions</a:t>
                </a:r>
              </a:p>
            </p:txBody>
          </p:sp>
        </p:grpSp>
      </p:grpSp>
    </p:spTree>
    <p:extLst>
      <p:ext uri="{BB962C8B-B14F-4D97-AF65-F5344CB8AC3E}">
        <p14:creationId xmlns:p14="http://schemas.microsoft.com/office/powerpoint/2010/main" val="194417333"/>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noProof="0" dirty="0"/>
              <a:t>Resource groups</a:t>
            </a:r>
          </a:p>
        </p:txBody>
      </p:sp>
      <p:sp>
        <p:nvSpPr>
          <p:cNvPr id="2" name="Content Placeholder 1">
            <a:extLst>
              <a:ext uri="{FF2B5EF4-FFF2-40B4-BE49-F238E27FC236}">
                <a16:creationId xmlns:a16="http://schemas.microsoft.com/office/drawing/2014/main" id="{CA660EB7-DC05-45A1-9F5C-02ABC31AF64C}"/>
              </a:ext>
            </a:extLst>
          </p:cNvPr>
          <p:cNvSpPr>
            <a:spLocks noGrp="1"/>
          </p:cNvSpPr>
          <p:nvPr>
            <p:ph sz="quarter" idx="10"/>
          </p:nvPr>
        </p:nvSpPr>
        <p:spPr>
          <a:xfrm>
            <a:off x="419100" y="1456896"/>
            <a:ext cx="5808907" cy="4519186"/>
          </a:xfrm>
        </p:spPr>
        <p:txBody>
          <a:bodyPr/>
          <a:lstStyle/>
          <a:p>
            <a:r>
              <a:rPr lang="en-US" dirty="0">
                <a:latin typeface="+mn-lt"/>
              </a:rPr>
              <a:t>A </a:t>
            </a:r>
            <a:r>
              <a:rPr lang="en-US" b="1" dirty="0">
                <a:latin typeface="+mn-lt"/>
              </a:rPr>
              <a:t>resource group</a:t>
            </a:r>
            <a:r>
              <a:rPr lang="en-US" dirty="0">
                <a:latin typeface="+mn-lt"/>
              </a:rPr>
              <a:t> is a container to manage and aggregate resources in a single unit. </a:t>
            </a:r>
          </a:p>
          <a:p>
            <a:pPr marL="342900" indent="-342900">
              <a:buFont typeface="Arial" panose="020B0604020202020204" pitchFamily="34" charset="0"/>
              <a:buChar char="•"/>
            </a:pPr>
            <a:r>
              <a:rPr lang="en-US" dirty="0">
                <a:latin typeface="+mn-lt"/>
              </a:rPr>
              <a:t>Resources can exist in only one resource group.</a:t>
            </a:r>
          </a:p>
          <a:p>
            <a:pPr marL="342900" indent="-342900">
              <a:buFont typeface="Arial" panose="020B0604020202020204" pitchFamily="34" charset="0"/>
              <a:buChar char="•"/>
            </a:pPr>
            <a:r>
              <a:rPr lang="en-US" dirty="0">
                <a:latin typeface="+mn-lt"/>
              </a:rPr>
              <a:t>Resources can exist in different regions. </a:t>
            </a:r>
          </a:p>
          <a:p>
            <a:pPr marL="342900" indent="-342900">
              <a:buFont typeface="Arial" panose="020B0604020202020204" pitchFamily="34" charset="0"/>
              <a:buChar char="•"/>
            </a:pPr>
            <a:r>
              <a:rPr lang="en-US" dirty="0">
                <a:latin typeface="+mn-lt"/>
              </a:rPr>
              <a:t>Resources can be moved to different resource groups. </a:t>
            </a:r>
          </a:p>
          <a:p>
            <a:pPr marL="342900" indent="-342900">
              <a:buFont typeface="Arial" panose="020B0604020202020204" pitchFamily="34" charset="0"/>
              <a:buChar char="•"/>
            </a:pPr>
            <a:r>
              <a:rPr lang="en-US" dirty="0">
                <a:latin typeface="+mn-lt"/>
              </a:rPr>
              <a:t>Applications can utilize multiple resource groups.</a:t>
            </a:r>
          </a:p>
          <a:p>
            <a:endParaRPr lang="en-US" dirty="0"/>
          </a:p>
        </p:txBody>
      </p:sp>
      <p:grpSp>
        <p:nvGrpSpPr>
          <p:cNvPr id="18" name="Group 17">
            <a:extLst>
              <a:ext uri="{FF2B5EF4-FFF2-40B4-BE49-F238E27FC236}">
                <a16:creationId xmlns:a16="http://schemas.microsoft.com/office/drawing/2014/main" id="{5E2B8897-2C33-44F4-BA75-D7C3B7E5CCFA}"/>
              </a:ext>
              <a:ext uri="{C183D7F6-B498-43B3-948B-1728B52AA6E4}">
                <adec:decorative xmlns:adec="http://schemas.microsoft.com/office/drawing/2017/decorative" val="1"/>
              </a:ext>
            </a:extLst>
          </p:cNvPr>
          <p:cNvGrpSpPr/>
          <p:nvPr/>
        </p:nvGrpSpPr>
        <p:grpSpPr>
          <a:xfrm>
            <a:off x="6454422" y="2719608"/>
            <a:ext cx="5236495" cy="451535"/>
            <a:chOff x="5241462" y="3342290"/>
            <a:chExt cx="6612401" cy="554762"/>
          </a:xfrm>
        </p:grpSpPr>
        <p:sp>
          <p:nvSpPr>
            <p:cNvPr id="19" name="Freeform 306">
              <a:extLst>
                <a:ext uri="{FF2B5EF4-FFF2-40B4-BE49-F238E27FC236}">
                  <a16:creationId xmlns:a16="http://schemas.microsoft.com/office/drawing/2014/main" id="{E6AAD464-9EF6-4786-B20C-7800D2EEF820}"/>
                </a:ext>
              </a:extLst>
            </p:cNvPr>
            <p:cNvSpPr>
              <a:spLocks/>
            </p:cNvSpPr>
            <p:nvPr/>
          </p:nvSpPr>
          <p:spPr bwMode="auto">
            <a:xfrm>
              <a:off x="5241462" y="3615197"/>
              <a:ext cx="6612401" cy="8948"/>
            </a:xfrm>
            <a:custGeom>
              <a:avLst/>
              <a:gdLst>
                <a:gd name="T0" fmla="*/ 0 w 3695"/>
                <a:gd name="T1" fmla="*/ 5 h 5"/>
                <a:gd name="T2" fmla="*/ 3695 w 3695"/>
                <a:gd name="T3" fmla="*/ 5 h 5"/>
                <a:gd name="T4" fmla="*/ 3695 w 3695"/>
                <a:gd name="T5" fmla="*/ 0 h 5"/>
                <a:gd name="T6" fmla="*/ 0 w 3695"/>
                <a:gd name="T7" fmla="*/ 0 h 5"/>
              </a:gdLst>
              <a:ahLst/>
              <a:cxnLst>
                <a:cxn ang="0">
                  <a:pos x="T0" y="T1"/>
                </a:cxn>
                <a:cxn ang="0">
                  <a:pos x="T2" y="T3"/>
                </a:cxn>
                <a:cxn ang="0">
                  <a:pos x="T4" y="T5"/>
                </a:cxn>
                <a:cxn ang="0">
                  <a:pos x="T6" y="T7"/>
                </a:cxn>
              </a:cxnLst>
              <a:rect l="0" t="0" r="r" b="b"/>
              <a:pathLst>
                <a:path w="3695" h="5">
                  <a:moveTo>
                    <a:pt x="0" y="5"/>
                  </a:moveTo>
                  <a:lnTo>
                    <a:pt x="3695" y="5"/>
                  </a:lnTo>
                  <a:lnTo>
                    <a:pt x="3695" y="0"/>
                  </a:lnTo>
                  <a:lnTo>
                    <a:pt x="0" y="0"/>
                  </a:lnTo>
                </a:path>
              </a:pathLst>
            </a:custGeom>
            <a:noFill/>
            <a:ln w="9525">
              <a:solidFill>
                <a:schemeClr val="bg1">
                  <a:lumMod val="75000"/>
                </a:schemeClr>
              </a:solidFill>
              <a:round/>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a:ln>
                  <a:noFill/>
                </a:ln>
                <a:solidFill>
                  <a:srgbClr val="505050"/>
                </a:solidFill>
                <a:effectLst/>
                <a:uLnTx/>
                <a:uFillTx/>
                <a:latin typeface="Segoe UI"/>
                <a:ea typeface="+mn-ea"/>
                <a:cs typeface="+mn-cs"/>
              </a:endParaRPr>
            </a:p>
          </p:txBody>
        </p:sp>
        <p:sp>
          <p:nvSpPr>
            <p:cNvPr id="20" name="Oval 307">
              <a:extLst>
                <a:ext uri="{FF2B5EF4-FFF2-40B4-BE49-F238E27FC236}">
                  <a16:creationId xmlns:a16="http://schemas.microsoft.com/office/drawing/2014/main" id="{1975E4FF-A96A-4FA6-AF7E-63D864429558}"/>
                </a:ext>
              </a:extLst>
            </p:cNvPr>
            <p:cNvSpPr>
              <a:spLocks noChangeArrowheads="1"/>
            </p:cNvSpPr>
            <p:nvPr/>
          </p:nvSpPr>
          <p:spPr bwMode="auto">
            <a:xfrm>
              <a:off x="8270281" y="3342290"/>
              <a:ext cx="554762" cy="554762"/>
            </a:xfrm>
            <a:prstGeom prst="ellipse">
              <a:avLst/>
            </a:prstGeom>
            <a:solidFill>
              <a:schemeClr val="bg1">
                <a:lumMod val="50000"/>
              </a:schemeClr>
            </a:solidFill>
            <a:ln w="9525">
              <a:noFill/>
              <a:round/>
              <a:headEnd/>
              <a:tailEnd/>
            </a:ln>
          </p:spPr>
          <p:txBody>
            <a:bodyPr vert="horz" wrap="none" lIns="93260" tIns="46630" rIns="93260" bIns="4663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36" b="0" i="0" u="none" strike="noStrike" kern="0" cap="none" spc="0" normalizeH="0" baseline="0" noProof="0">
                  <a:ln>
                    <a:noFill/>
                  </a:ln>
                  <a:solidFill>
                    <a:srgbClr val="FFFFFF"/>
                  </a:solidFill>
                  <a:effectLst/>
                  <a:uLnTx/>
                  <a:uFillTx/>
                  <a:latin typeface="Segoe UI"/>
                  <a:ea typeface="+mn-ea"/>
                  <a:cs typeface="+mn-cs"/>
                </a:rPr>
                <a:t>OR</a:t>
              </a:r>
            </a:p>
          </p:txBody>
        </p:sp>
      </p:grpSp>
      <p:grpSp>
        <p:nvGrpSpPr>
          <p:cNvPr id="3" name="Group 2" descr="One resource group is shown with web, database, virtual machine, and storage resources. ">
            <a:extLst>
              <a:ext uri="{FF2B5EF4-FFF2-40B4-BE49-F238E27FC236}">
                <a16:creationId xmlns:a16="http://schemas.microsoft.com/office/drawing/2014/main" id="{71C0458E-EF11-4ED0-AC3D-73D36D47C00F}"/>
              </a:ext>
            </a:extLst>
          </p:cNvPr>
          <p:cNvGrpSpPr/>
          <p:nvPr/>
        </p:nvGrpSpPr>
        <p:grpSpPr>
          <a:xfrm>
            <a:off x="6454420" y="967680"/>
            <a:ext cx="5236495" cy="1675123"/>
            <a:chOff x="6509084" y="1326857"/>
            <a:chExt cx="5236495" cy="1675123"/>
          </a:xfrm>
        </p:grpSpPr>
        <p:sp>
          <p:nvSpPr>
            <p:cNvPr id="30" name="Rectangle 29">
              <a:extLst>
                <a:ext uri="{FF2B5EF4-FFF2-40B4-BE49-F238E27FC236}">
                  <a16:creationId xmlns:a16="http://schemas.microsoft.com/office/drawing/2014/main" id="{8802B0BE-69D8-48BA-B2E3-940A5229ED9C}"/>
                </a:ext>
              </a:extLst>
            </p:cNvPr>
            <p:cNvSpPr>
              <a:spLocks/>
            </p:cNvSpPr>
            <p:nvPr/>
          </p:nvSpPr>
          <p:spPr bwMode="auto">
            <a:xfrm>
              <a:off x="6509084" y="1326857"/>
              <a:ext cx="5236495" cy="1675123"/>
            </a:xfrm>
            <a:prstGeom prst="rect">
              <a:avLst/>
            </a:prstGeom>
            <a:solidFill>
              <a:schemeClr val="bg1">
                <a:lumMod val="95000"/>
              </a:schemeClr>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endParaRPr kumimoji="0" lang="en-US" sz="1600" b="0" i="0" u="none" strike="noStrike" kern="1200" cap="none" spc="0" normalizeH="0" baseline="0" noProof="0">
                <a:ln>
                  <a:noFill/>
                </a:ln>
                <a:gradFill>
                  <a:gsLst>
                    <a:gs pos="2917">
                      <a:srgbClr val="FFFFFF"/>
                    </a:gs>
                    <a:gs pos="30000">
                      <a:srgbClr val="FFFFFF"/>
                    </a:gs>
                  </a:gsLst>
                  <a:lin ang="5400000" scaled="0"/>
                </a:gradFill>
                <a:effectLst/>
                <a:uLnTx/>
                <a:uFillTx/>
                <a:latin typeface="Segoe UI"/>
                <a:ea typeface="+mn-ea"/>
                <a:cs typeface="+mn-cs"/>
              </a:endParaRPr>
            </a:p>
          </p:txBody>
        </p:sp>
        <p:grpSp>
          <p:nvGrpSpPr>
            <p:cNvPr id="31" name="Group 4">
              <a:extLst>
                <a:ext uri="{FF2B5EF4-FFF2-40B4-BE49-F238E27FC236}">
                  <a16:creationId xmlns:a16="http://schemas.microsoft.com/office/drawing/2014/main" id="{D3EC6A38-C549-4DD3-BDC6-53A24DE919C5}"/>
                </a:ext>
              </a:extLst>
            </p:cNvPr>
            <p:cNvGrpSpPr>
              <a:grpSpLocks noChangeAspect="1"/>
            </p:cNvGrpSpPr>
            <p:nvPr/>
          </p:nvGrpSpPr>
          <p:grpSpPr bwMode="auto">
            <a:xfrm>
              <a:off x="8006248" y="2406935"/>
              <a:ext cx="336922" cy="219659"/>
              <a:chOff x="2" y="0"/>
              <a:chExt cx="268" cy="170"/>
            </a:xfrm>
            <a:solidFill>
              <a:schemeClr val="bg1">
                <a:lumMod val="75000"/>
              </a:schemeClr>
            </a:solidFill>
          </p:grpSpPr>
          <p:sp>
            <p:nvSpPr>
              <p:cNvPr id="32" name="Freeform 5">
                <a:extLst>
                  <a:ext uri="{FF2B5EF4-FFF2-40B4-BE49-F238E27FC236}">
                    <a16:creationId xmlns:a16="http://schemas.microsoft.com/office/drawing/2014/main" id="{FBF3F1B5-6240-4510-88DF-969B57755A4B}"/>
                  </a:ext>
                </a:extLst>
              </p:cNvPr>
              <p:cNvSpPr>
                <a:spLocks/>
              </p:cNvSpPr>
              <p:nvPr/>
            </p:nvSpPr>
            <p:spPr bwMode="auto">
              <a:xfrm>
                <a:off x="2" y="0"/>
                <a:ext cx="168" cy="119"/>
              </a:xfrm>
              <a:custGeom>
                <a:avLst/>
                <a:gdLst>
                  <a:gd name="T0" fmla="*/ 80 w 80"/>
                  <a:gd name="T1" fmla="*/ 40 h 56"/>
                  <a:gd name="T2" fmla="*/ 72 w 80"/>
                  <a:gd name="T3" fmla="*/ 40 h 56"/>
                  <a:gd name="T4" fmla="*/ 64 w 80"/>
                  <a:gd name="T5" fmla="*/ 48 h 56"/>
                  <a:gd name="T6" fmla="*/ 16 w 80"/>
                  <a:gd name="T7" fmla="*/ 48 h 56"/>
                  <a:gd name="T8" fmla="*/ 8 w 80"/>
                  <a:gd name="T9" fmla="*/ 40 h 56"/>
                  <a:gd name="T10" fmla="*/ 8 w 80"/>
                  <a:gd name="T11" fmla="*/ 16 h 56"/>
                  <a:gd name="T12" fmla="*/ 16 w 80"/>
                  <a:gd name="T13" fmla="*/ 8 h 56"/>
                  <a:gd name="T14" fmla="*/ 64 w 80"/>
                  <a:gd name="T15" fmla="*/ 8 h 56"/>
                  <a:gd name="T16" fmla="*/ 72 w 80"/>
                  <a:gd name="T17" fmla="*/ 16 h 56"/>
                  <a:gd name="T18" fmla="*/ 80 w 80"/>
                  <a:gd name="T19" fmla="*/ 16 h 56"/>
                  <a:gd name="T20" fmla="*/ 64 w 80"/>
                  <a:gd name="T21" fmla="*/ 0 h 56"/>
                  <a:gd name="T22" fmla="*/ 16 w 80"/>
                  <a:gd name="T23" fmla="*/ 0 h 56"/>
                  <a:gd name="T24" fmla="*/ 0 w 80"/>
                  <a:gd name="T25" fmla="*/ 16 h 56"/>
                  <a:gd name="T26" fmla="*/ 0 w 80"/>
                  <a:gd name="T27" fmla="*/ 40 h 56"/>
                  <a:gd name="T28" fmla="*/ 16 w 80"/>
                  <a:gd name="T29" fmla="*/ 56 h 56"/>
                  <a:gd name="T30" fmla="*/ 64 w 80"/>
                  <a:gd name="T31" fmla="*/ 56 h 56"/>
                  <a:gd name="T32" fmla="*/ 80 w 80"/>
                  <a:gd name="T33" fmla="*/ 4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 h="56">
                    <a:moveTo>
                      <a:pt x="80" y="40"/>
                    </a:moveTo>
                    <a:cubicBezTo>
                      <a:pt x="72" y="40"/>
                      <a:pt x="72" y="40"/>
                      <a:pt x="72" y="40"/>
                    </a:cubicBezTo>
                    <a:cubicBezTo>
                      <a:pt x="72" y="44"/>
                      <a:pt x="68" y="48"/>
                      <a:pt x="64" y="48"/>
                    </a:cubicBezTo>
                    <a:cubicBezTo>
                      <a:pt x="16" y="48"/>
                      <a:pt x="16" y="48"/>
                      <a:pt x="16" y="48"/>
                    </a:cubicBezTo>
                    <a:cubicBezTo>
                      <a:pt x="12" y="48"/>
                      <a:pt x="8" y="44"/>
                      <a:pt x="8" y="40"/>
                    </a:cubicBezTo>
                    <a:cubicBezTo>
                      <a:pt x="8" y="16"/>
                      <a:pt x="8" y="16"/>
                      <a:pt x="8" y="16"/>
                    </a:cubicBezTo>
                    <a:cubicBezTo>
                      <a:pt x="8" y="12"/>
                      <a:pt x="12" y="8"/>
                      <a:pt x="16" y="8"/>
                    </a:cubicBezTo>
                    <a:cubicBezTo>
                      <a:pt x="64" y="8"/>
                      <a:pt x="64" y="8"/>
                      <a:pt x="64" y="8"/>
                    </a:cubicBezTo>
                    <a:cubicBezTo>
                      <a:pt x="68" y="8"/>
                      <a:pt x="72" y="12"/>
                      <a:pt x="72" y="16"/>
                    </a:cubicBezTo>
                    <a:cubicBezTo>
                      <a:pt x="80" y="16"/>
                      <a:pt x="80" y="16"/>
                      <a:pt x="80" y="16"/>
                    </a:cubicBezTo>
                    <a:cubicBezTo>
                      <a:pt x="80" y="7"/>
                      <a:pt x="73" y="0"/>
                      <a:pt x="64" y="0"/>
                    </a:cubicBezTo>
                    <a:cubicBezTo>
                      <a:pt x="16" y="0"/>
                      <a:pt x="16" y="0"/>
                      <a:pt x="16" y="0"/>
                    </a:cubicBezTo>
                    <a:cubicBezTo>
                      <a:pt x="7" y="0"/>
                      <a:pt x="0" y="7"/>
                      <a:pt x="0" y="16"/>
                    </a:cubicBezTo>
                    <a:cubicBezTo>
                      <a:pt x="0" y="40"/>
                      <a:pt x="0" y="40"/>
                      <a:pt x="0" y="40"/>
                    </a:cubicBezTo>
                    <a:cubicBezTo>
                      <a:pt x="0" y="49"/>
                      <a:pt x="7" y="56"/>
                      <a:pt x="16" y="56"/>
                    </a:cubicBezTo>
                    <a:cubicBezTo>
                      <a:pt x="64" y="56"/>
                      <a:pt x="64" y="56"/>
                      <a:pt x="64" y="56"/>
                    </a:cubicBezTo>
                    <a:cubicBezTo>
                      <a:pt x="73" y="56"/>
                      <a:pt x="80" y="49"/>
                      <a:pt x="80"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mn-ea"/>
                  <a:cs typeface="+mn-cs"/>
                </a:endParaRPr>
              </a:p>
            </p:txBody>
          </p:sp>
          <p:sp>
            <p:nvSpPr>
              <p:cNvPr id="33" name="Freeform 6">
                <a:extLst>
                  <a:ext uri="{FF2B5EF4-FFF2-40B4-BE49-F238E27FC236}">
                    <a16:creationId xmlns:a16="http://schemas.microsoft.com/office/drawing/2014/main" id="{597DD81C-9BD8-4FD5-9BEC-DFCBCD217AFB}"/>
                  </a:ext>
                </a:extLst>
              </p:cNvPr>
              <p:cNvSpPr>
                <a:spLocks/>
              </p:cNvSpPr>
              <p:nvPr/>
            </p:nvSpPr>
            <p:spPr bwMode="auto">
              <a:xfrm>
                <a:off x="102" y="51"/>
                <a:ext cx="168" cy="119"/>
              </a:xfrm>
              <a:custGeom>
                <a:avLst/>
                <a:gdLst>
                  <a:gd name="T0" fmla="*/ 64 w 80"/>
                  <a:gd name="T1" fmla="*/ 0 h 56"/>
                  <a:gd name="T2" fmla="*/ 16 w 80"/>
                  <a:gd name="T3" fmla="*/ 0 h 56"/>
                  <a:gd name="T4" fmla="*/ 0 w 80"/>
                  <a:gd name="T5" fmla="*/ 16 h 56"/>
                  <a:gd name="T6" fmla="*/ 8 w 80"/>
                  <a:gd name="T7" fmla="*/ 16 h 56"/>
                  <a:gd name="T8" fmla="*/ 16 w 80"/>
                  <a:gd name="T9" fmla="*/ 8 h 56"/>
                  <a:gd name="T10" fmla="*/ 64 w 80"/>
                  <a:gd name="T11" fmla="*/ 8 h 56"/>
                  <a:gd name="T12" fmla="*/ 72 w 80"/>
                  <a:gd name="T13" fmla="*/ 16 h 56"/>
                  <a:gd name="T14" fmla="*/ 72 w 80"/>
                  <a:gd name="T15" fmla="*/ 40 h 56"/>
                  <a:gd name="T16" fmla="*/ 64 w 80"/>
                  <a:gd name="T17" fmla="*/ 48 h 56"/>
                  <a:gd name="T18" fmla="*/ 16 w 80"/>
                  <a:gd name="T19" fmla="*/ 48 h 56"/>
                  <a:gd name="T20" fmla="*/ 8 w 80"/>
                  <a:gd name="T21" fmla="*/ 40 h 56"/>
                  <a:gd name="T22" fmla="*/ 0 w 80"/>
                  <a:gd name="T23" fmla="*/ 40 h 56"/>
                  <a:gd name="T24" fmla="*/ 16 w 80"/>
                  <a:gd name="T25" fmla="*/ 56 h 56"/>
                  <a:gd name="T26" fmla="*/ 64 w 80"/>
                  <a:gd name="T27" fmla="*/ 56 h 56"/>
                  <a:gd name="T28" fmla="*/ 80 w 80"/>
                  <a:gd name="T29" fmla="*/ 40 h 56"/>
                  <a:gd name="T30" fmla="*/ 80 w 80"/>
                  <a:gd name="T31" fmla="*/ 16 h 56"/>
                  <a:gd name="T32" fmla="*/ 64 w 80"/>
                  <a:gd name="T3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 h="56">
                    <a:moveTo>
                      <a:pt x="64" y="0"/>
                    </a:moveTo>
                    <a:cubicBezTo>
                      <a:pt x="16" y="0"/>
                      <a:pt x="16" y="0"/>
                      <a:pt x="16" y="0"/>
                    </a:cubicBezTo>
                    <a:cubicBezTo>
                      <a:pt x="7" y="0"/>
                      <a:pt x="0" y="7"/>
                      <a:pt x="0" y="16"/>
                    </a:cubicBezTo>
                    <a:cubicBezTo>
                      <a:pt x="8" y="16"/>
                      <a:pt x="8" y="16"/>
                      <a:pt x="8" y="16"/>
                    </a:cubicBezTo>
                    <a:cubicBezTo>
                      <a:pt x="8" y="12"/>
                      <a:pt x="12" y="8"/>
                      <a:pt x="16" y="8"/>
                    </a:cubicBezTo>
                    <a:cubicBezTo>
                      <a:pt x="64" y="8"/>
                      <a:pt x="64" y="8"/>
                      <a:pt x="64" y="8"/>
                    </a:cubicBezTo>
                    <a:cubicBezTo>
                      <a:pt x="68" y="8"/>
                      <a:pt x="72" y="12"/>
                      <a:pt x="72" y="16"/>
                    </a:cubicBezTo>
                    <a:cubicBezTo>
                      <a:pt x="72" y="40"/>
                      <a:pt x="72" y="40"/>
                      <a:pt x="72" y="40"/>
                    </a:cubicBezTo>
                    <a:cubicBezTo>
                      <a:pt x="72" y="44"/>
                      <a:pt x="68" y="48"/>
                      <a:pt x="64" y="48"/>
                    </a:cubicBezTo>
                    <a:cubicBezTo>
                      <a:pt x="16" y="48"/>
                      <a:pt x="16" y="48"/>
                      <a:pt x="16" y="48"/>
                    </a:cubicBezTo>
                    <a:cubicBezTo>
                      <a:pt x="12" y="48"/>
                      <a:pt x="8" y="44"/>
                      <a:pt x="8" y="40"/>
                    </a:cubicBezTo>
                    <a:cubicBezTo>
                      <a:pt x="0" y="40"/>
                      <a:pt x="0" y="40"/>
                      <a:pt x="0" y="40"/>
                    </a:cubicBezTo>
                    <a:cubicBezTo>
                      <a:pt x="0" y="49"/>
                      <a:pt x="7" y="56"/>
                      <a:pt x="16" y="56"/>
                    </a:cubicBezTo>
                    <a:cubicBezTo>
                      <a:pt x="64" y="56"/>
                      <a:pt x="64" y="56"/>
                      <a:pt x="64" y="56"/>
                    </a:cubicBezTo>
                    <a:cubicBezTo>
                      <a:pt x="73" y="56"/>
                      <a:pt x="80" y="49"/>
                      <a:pt x="80" y="40"/>
                    </a:cubicBezTo>
                    <a:cubicBezTo>
                      <a:pt x="80" y="16"/>
                      <a:pt x="80" y="16"/>
                      <a:pt x="80" y="16"/>
                    </a:cubicBezTo>
                    <a:cubicBezTo>
                      <a:pt x="80" y="7"/>
                      <a:pt x="73" y="0"/>
                      <a:pt x="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mn-ea"/>
                  <a:cs typeface="+mn-cs"/>
                </a:endParaRPr>
              </a:p>
            </p:txBody>
          </p:sp>
        </p:grpSp>
        <p:grpSp>
          <p:nvGrpSpPr>
            <p:cNvPr id="34" name="Group 33">
              <a:extLst>
                <a:ext uri="{FF2B5EF4-FFF2-40B4-BE49-F238E27FC236}">
                  <a16:creationId xmlns:a16="http://schemas.microsoft.com/office/drawing/2014/main" id="{B76E200A-2E13-4260-AD7A-E5C3CE6C98E1}"/>
                </a:ext>
              </a:extLst>
            </p:cNvPr>
            <p:cNvGrpSpPr>
              <a:grpSpLocks noChangeAspect="1"/>
            </p:cNvGrpSpPr>
            <p:nvPr/>
          </p:nvGrpSpPr>
          <p:grpSpPr bwMode="auto">
            <a:xfrm>
              <a:off x="9955496" y="2406935"/>
              <a:ext cx="336922" cy="219659"/>
              <a:chOff x="2" y="0"/>
              <a:chExt cx="268" cy="170"/>
            </a:xfrm>
            <a:solidFill>
              <a:schemeClr val="bg1">
                <a:lumMod val="75000"/>
              </a:schemeClr>
            </a:solidFill>
          </p:grpSpPr>
          <p:sp>
            <p:nvSpPr>
              <p:cNvPr id="35" name="Freeform 5">
                <a:extLst>
                  <a:ext uri="{FF2B5EF4-FFF2-40B4-BE49-F238E27FC236}">
                    <a16:creationId xmlns:a16="http://schemas.microsoft.com/office/drawing/2014/main" id="{B404A507-054A-4A2A-A483-61AD685AB967}"/>
                  </a:ext>
                </a:extLst>
              </p:cNvPr>
              <p:cNvSpPr>
                <a:spLocks/>
              </p:cNvSpPr>
              <p:nvPr/>
            </p:nvSpPr>
            <p:spPr bwMode="auto">
              <a:xfrm>
                <a:off x="2" y="0"/>
                <a:ext cx="168" cy="119"/>
              </a:xfrm>
              <a:custGeom>
                <a:avLst/>
                <a:gdLst>
                  <a:gd name="T0" fmla="*/ 80 w 80"/>
                  <a:gd name="T1" fmla="*/ 40 h 56"/>
                  <a:gd name="T2" fmla="*/ 72 w 80"/>
                  <a:gd name="T3" fmla="*/ 40 h 56"/>
                  <a:gd name="T4" fmla="*/ 64 w 80"/>
                  <a:gd name="T5" fmla="*/ 48 h 56"/>
                  <a:gd name="T6" fmla="*/ 16 w 80"/>
                  <a:gd name="T7" fmla="*/ 48 h 56"/>
                  <a:gd name="T8" fmla="*/ 8 w 80"/>
                  <a:gd name="T9" fmla="*/ 40 h 56"/>
                  <a:gd name="T10" fmla="*/ 8 w 80"/>
                  <a:gd name="T11" fmla="*/ 16 h 56"/>
                  <a:gd name="T12" fmla="*/ 16 w 80"/>
                  <a:gd name="T13" fmla="*/ 8 h 56"/>
                  <a:gd name="T14" fmla="*/ 64 w 80"/>
                  <a:gd name="T15" fmla="*/ 8 h 56"/>
                  <a:gd name="T16" fmla="*/ 72 w 80"/>
                  <a:gd name="T17" fmla="*/ 16 h 56"/>
                  <a:gd name="T18" fmla="*/ 80 w 80"/>
                  <a:gd name="T19" fmla="*/ 16 h 56"/>
                  <a:gd name="T20" fmla="*/ 64 w 80"/>
                  <a:gd name="T21" fmla="*/ 0 h 56"/>
                  <a:gd name="T22" fmla="*/ 16 w 80"/>
                  <a:gd name="T23" fmla="*/ 0 h 56"/>
                  <a:gd name="T24" fmla="*/ 0 w 80"/>
                  <a:gd name="T25" fmla="*/ 16 h 56"/>
                  <a:gd name="T26" fmla="*/ 0 w 80"/>
                  <a:gd name="T27" fmla="*/ 40 h 56"/>
                  <a:gd name="T28" fmla="*/ 16 w 80"/>
                  <a:gd name="T29" fmla="*/ 56 h 56"/>
                  <a:gd name="T30" fmla="*/ 64 w 80"/>
                  <a:gd name="T31" fmla="*/ 56 h 56"/>
                  <a:gd name="T32" fmla="*/ 80 w 80"/>
                  <a:gd name="T33" fmla="*/ 4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 h="56">
                    <a:moveTo>
                      <a:pt x="80" y="40"/>
                    </a:moveTo>
                    <a:cubicBezTo>
                      <a:pt x="72" y="40"/>
                      <a:pt x="72" y="40"/>
                      <a:pt x="72" y="40"/>
                    </a:cubicBezTo>
                    <a:cubicBezTo>
                      <a:pt x="72" y="44"/>
                      <a:pt x="68" y="48"/>
                      <a:pt x="64" y="48"/>
                    </a:cubicBezTo>
                    <a:cubicBezTo>
                      <a:pt x="16" y="48"/>
                      <a:pt x="16" y="48"/>
                      <a:pt x="16" y="48"/>
                    </a:cubicBezTo>
                    <a:cubicBezTo>
                      <a:pt x="12" y="48"/>
                      <a:pt x="8" y="44"/>
                      <a:pt x="8" y="40"/>
                    </a:cubicBezTo>
                    <a:cubicBezTo>
                      <a:pt x="8" y="16"/>
                      <a:pt x="8" y="16"/>
                      <a:pt x="8" y="16"/>
                    </a:cubicBezTo>
                    <a:cubicBezTo>
                      <a:pt x="8" y="12"/>
                      <a:pt x="12" y="8"/>
                      <a:pt x="16" y="8"/>
                    </a:cubicBezTo>
                    <a:cubicBezTo>
                      <a:pt x="64" y="8"/>
                      <a:pt x="64" y="8"/>
                      <a:pt x="64" y="8"/>
                    </a:cubicBezTo>
                    <a:cubicBezTo>
                      <a:pt x="68" y="8"/>
                      <a:pt x="72" y="12"/>
                      <a:pt x="72" y="16"/>
                    </a:cubicBezTo>
                    <a:cubicBezTo>
                      <a:pt x="80" y="16"/>
                      <a:pt x="80" y="16"/>
                      <a:pt x="80" y="16"/>
                    </a:cubicBezTo>
                    <a:cubicBezTo>
                      <a:pt x="80" y="7"/>
                      <a:pt x="73" y="0"/>
                      <a:pt x="64" y="0"/>
                    </a:cubicBezTo>
                    <a:cubicBezTo>
                      <a:pt x="16" y="0"/>
                      <a:pt x="16" y="0"/>
                      <a:pt x="16" y="0"/>
                    </a:cubicBezTo>
                    <a:cubicBezTo>
                      <a:pt x="7" y="0"/>
                      <a:pt x="0" y="7"/>
                      <a:pt x="0" y="16"/>
                    </a:cubicBezTo>
                    <a:cubicBezTo>
                      <a:pt x="0" y="40"/>
                      <a:pt x="0" y="40"/>
                      <a:pt x="0" y="40"/>
                    </a:cubicBezTo>
                    <a:cubicBezTo>
                      <a:pt x="0" y="49"/>
                      <a:pt x="7" y="56"/>
                      <a:pt x="16" y="56"/>
                    </a:cubicBezTo>
                    <a:cubicBezTo>
                      <a:pt x="64" y="56"/>
                      <a:pt x="64" y="56"/>
                      <a:pt x="64" y="56"/>
                    </a:cubicBezTo>
                    <a:cubicBezTo>
                      <a:pt x="73" y="56"/>
                      <a:pt x="80" y="49"/>
                      <a:pt x="80"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mn-ea"/>
                  <a:cs typeface="+mn-cs"/>
                </a:endParaRPr>
              </a:p>
            </p:txBody>
          </p:sp>
          <p:sp>
            <p:nvSpPr>
              <p:cNvPr id="36" name="Freeform 6">
                <a:extLst>
                  <a:ext uri="{FF2B5EF4-FFF2-40B4-BE49-F238E27FC236}">
                    <a16:creationId xmlns:a16="http://schemas.microsoft.com/office/drawing/2014/main" id="{F72B929F-B240-4181-BF4F-1FBE206CC267}"/>
                  </a:ext>
                </a:extLst>
              </p:cNvPr>
              <p:cNvSpPr>
                <a:spLocks/>
              </p:cNvSpPr>
              <p:nvPr/>
            </p:nvSpPr>
            <p:spPr bwMode="auto">
              <a:xfrm>
                <a:off x="102" y="51"/>
                <a:ext cx="168" cy="119"/>
              </a:xfrm>
              <a:custGeom>
                <a:avLst/>
                <a:gdLst>
                  <a:gd name="T0" fmla="*/ 64 w 80"/>
                  <a:gd name="T1" fmla="*/ 0 h 56"/>
                  <a:gd name="T2" fmla="*/ 16 w 80"/>
                  <a:gd name="T3" fmla="*/ 0 h 56"/>
                  <a:gd name="T4" fmla="*/ 0 w 80"/>
                  <a:gd name="T5" fmla="*/ 16 h 56"/>
                  <a:gd name="T6" fmla="*/ 8 w 80"/>
                  <a:gd name="T7" fmla="*/ 16 h 56"/>
                  <a:gd name="T8" fmla="*/ 16 w 80"/>
                  <a:gd name="T9" fmla="*/ 8 h 56"/>
                  <a:gd name="T10" fmla="*/ 64 w 80"/>
                  <a:gd name="T11" fmla="*/ 8 h 56"/>
                  <a:gd name="T12" fmla="*/ 72 w 80"/>
                  <a:gd name="T13" fmla="*/ 16 h 56"/>
                  <a:gd name="T14" fmla="*/ 72 w 80"/>
                  <a:gd name="T15" fmla="*/ 40 h 56"/>
                  <a:gd name="T16" fmla="*/ 64 w 80"/>
                  <a:gd name="T17" fmla="*/ 48 h 56"/>
                  <a:gd name="T18" fmla="*/ 16 w 80"/>
                  <a:gd name="T19" fmla="*/ 48 h 56"/>
                  <a:gd name="T20" fmla="*/ 8 w 80"/>
                  <a:gd name="T21" fmla="*/ 40 h 56"/>
                  <a:gd name="T22" fmla="*/ 0 w 80"/>
                  <a:gd name="T23" fmla="*/ 40 h 56"/>
                  <a:gd name="T24" fmla="*/ 16 w 80"/>
                  <a:gd name="T25" fmla="*/ 56 h 56"/>
                  <a:gd name="T26" fmla="*/ 64 w 80"/>
                  <a:gd name="T27" fmla="*/ 56 h 56"/>
                  <a:gd name="T28" fmla="*/ 80 w 80"/>
                  <a:gd name="T29" fmla="*/ 40 h 56"/>
                  <a:gd name="T30" fmla="*/ 80 w 80"/>
                  <a:gd name="T31" fmla="*/ 16 h 56"/>
                  <a:gd name="T32" fmla="*/ 64 w 80"/>
                  <a:gd name="T3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 h="56">
                    <a:moveTo>
                      <a:pt x="64" y="0"/>
                    </a:moveTo>
                    <a:cubicBezTo>
                      <a:pt x="16" y="0"/>
                      <a:pt x="16" y="0"/>
                      <a:pt x="16" y="0"/>
                    </a:cubicBezTo>
                    <a:cubicBezTo>
                      <a:pt x="7" y="0"/>
                      <a:pt x="0" y="7"/>
                      <a:pt x="0" y="16"/>
                    </a:cubicBezTo>
                    <a:cubicBezTo>
                      <a:pt x="8" y="16"/>
                      <a:pt x="8" y="16"/>
                      <a:pt x="8" y="16"/>
                    </a:cubicBezTo>
                    <a:cubicBezTo>
                      <a:pt x="8" y="12"/>
                      <a:pt x="12" y="8"/>
                      <a:pt x="16" y="8"/>
                    </a:cubicBezTo>
                    <a:cubicBezTo>
                      <a:pt x="64" y="8"/>
                      <a:pt x="64" y="8"/>
                      <a:pt x="64" y="8"/>
                    </a:cubicBezTo>
                    <a:cubicBezTo>
                      <a:pt x="68" y="8"/>
                      <a:pt x="72" y="12"/>
                      <a:pt x="72" y="16"/>
                    </a:cubicBezTo>
                    <a:cubicBezTo>
                      <a:pt x="72" y="40"/>
                      <a:pt x="72" y="40"/>
                      <a:pt x="72" y="40"/>
                    </a:cubicBezTo>
                    <a:cubicBezTo>
                      <a:pt x="72" y="44"/>
                      <a:pt x="68" y="48"/>
                      <a:pt x="64" y="48"/>
                    </a:cubicBezTo>
                    <a:cubicBezTo>
                      <a:pt x="16" y="48"/>
                      <a:pt x="16" y="48"/>
                      <a:pt x="16" y="48"/>
                    </a:cubicBezTo>
                    <a:cubicBezTo>
                      <a:pt x="12" y="48"/>
                      <a:pt x="8" y="44"/>
                      <a:pt x="8" y="40"/>
                    </a:cubicBezTo>
                    <a:cubicBezTo>
                      <a:pt x="0" y="40"/>
                      <a:pt x="0" y="40"/>
                      <a:pt x="0" y="40"/>
                    </a:cubicBezTo>
                    <a:cubicBezTo>
                      <a:pt x="0" y="49"/>
                      <a:pt x="7" y="56"/>
                      <a:pt x="16" y="56"/>
                    </a:cubicBezTo>
                    <a:cubicBezTo>
                      <a:pt x="64" y="56"/>
                      <a:pt x="64" y="56"/>
                      <a:pt x="64" y="56"/>
                    </a:cubicBezTo>
                    <a:cubicBezTo>
                      <a:pt x="73" y="56"/>
                      <a:pt x="80" y="49"/>
                      <a:pt x="80" y="40"/>
                    </a:cubicBezTo>
                    <a:cubicBezTo>
                      <a:pt x="80" y="16"/>
                      <a:pt x="80" y="16"/>
                      <a:pt x="80" y="16"/>
                    </a:cubicBezTo>
                    <a:cubicBezTo>
                      <a:pt x="80" y="7"/>
                      <a:pt x="73" y="0"/>
                      <a:pt x="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mn-ea"/>
                  <a:cs typeface="+mn-cs"/>
                </a:endParaRPr>
              </a:p>
            </p:txBody>
          </p:sp>
        </p:grpSp>
        <p:sp>
          <p:nvSpPr>
            <p:cNvPr id="37" name="Freeform 256">
              <a:extLst>
                <a:ext uri="{FF2B5EF4-FFF2-40B4-BE49-F238E27FC236}">
                  <a16:creationId xmlns:a16="http://schemas.microsoft.com/office/drawing/2014/main" id="{594B90BD-C27F-4229-A1CD-55F245F0F9EF}"/>
                </a:ext>
              </a:extLst>
            </p:cNvPr>
            <p:cNvSpPr>
              <a:spLocks noEditPoints="1"/>
            </p:cNvSpPr>
            <p:nvPr/>
          </p:nvSpPr>
          <p:spPr bwMode="auto">
            <a:xfrm>
              <a:off x="6840706" y="2149807"/>
              <a:ext cx="735447" cy="733914"/>
            </a:xfrm>
            <a:custGeom>
              <a:avLst/>
              <a:gdLst>
                <a:gd name="T0" fmla="*/ 423 w 517"/>
                <a:gd name="T1" fmla="*/ 502 h 502"/>
                <a:gd name="T2" fmla="*/ 161 w 517"/>
                <a:gd name="T3" fmla="*/ 348 h 502"/>
                <a:gd name="T4" fmla="*/ 24 w 517"/>
                <a:gd name="T5" fmla="*/ 158 h 502"/>
                <a:gd name="T6" fmla="*/ 31 w 517"/>
                <a:gd name="T7" fmla="*/ 24 h 502"/>
                <a:gd name="T8" fmla="*/ 94 w 517"/>
                <a:gd name="T9" fmla="*/ 0 h 502"/>
                <a:gd name="T10" fmla="*/ 356 w 517"/>
                <a:gd name="T11" fmla="*/ 154 h 502"/>
                <a:gd name="T12" fmla="*/ 493 w 517"/>
                <a:gd name="T13" fmla="*/ 344 h 502"/>
                <a:gd name="T14" fmla="*/ 486 w 517"/>
                <a:gd name="T15" fmla="*/ 479 h 502"/>
                <a:gd name="T16" fmla="*/ 423 w 517"/>
                <a:gd name="T17" fmla="*/ 502 h 502"/>
                <a:gd name="T18" fmla="*/ 94 w 517"/>
                <a:gd name="T19" fmla="*/ 31 h 502"/>
                <a:gd name="T20" fmla="*/ 53 w 517"/>
                <a:gd name="T21" fmla="*/ 46 h 502"/>
                <a:gd name="T22" fmla="*/ 52 w 517"/>
                <a:gd name="T23" fmla="*/ 147 h 502"/>
                <a:gd name="T24" fmla="*/ 183 w 517"/>
                <a:gd name="T25" fmla="*/ 327 h 502"/>
                <a:gd name="T26" fmla="*/ 423 w 517"/>
                <a:gd name="T27" fmla="*/ 471 h 502"/>
                <a:gd name="T28" fmla="*/ 464 w 517"/>
                <a:gd name="T29" fmla="*/ 457 h 502"/>
                <a:gd name="T30" fmla="*/ 465 w 517"/>
                <a:gd name="T31" fmla="*/ 356 h 502"/>
                <a:gd name="T32" fmla="*/ 334 w 517"/>
                <a:gd name="T33" fmla="*/ 176 h 502"/>
                <a:gd name="T34" fmla="*/ 94 w 517"/>
                <a:gd name="T35" fmla="*/ 31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17" h="502">
                  <a:moveTo>
                    <a:pt x="423" y="502"/>
                  </a:moveTo>
                  <a:cubicBezTo>
                    <a:pt x="355" y="502"/>
                    <a:pt x="259" y="446"/>
                    <a:pt x="161" y="348"/>
                  </a:cubicBezTo>
                  <a:cubicBezTo>
                    <a:pt x="95" y="282"/>
                    <a:pt x="47" y="216"/>
                    <a:pt x="24" y="158"/>
                  </a:cubicBezTo>
                  <a:cubicBezTo>
                    <a:pt x="0" y="100"/>
                    <a:pt x="2" y="52"/>
                    <a:pt x="31" y="24"/>
                  </a:cubicBezTo>
                  <a:cubicBezTo>
                    <a:pt x="46" y="8"/>
                    <a:pt x="68" y="0"/>
                    <a:pt x="94" y="0"/>
                  </a:cubicBezTo>
                  <a:cubicBezTo>
                    <a:pt x="162" y="0"/>
                    <a:pt x="258" y="56"/>
                    <a:pt x="356" y="154"/>
                  </a:cubicBezTo>
                  <a:cubicBezTo>
                    <a:pt x="422" y="221"/>
                    <a:pt x="470" y="286"/>
                    <a:pt x="493" y="344"/>
                  </a:cubicBezTo>
                  <a:cubicBezTo>
                    <a:pt x="517" y="402"/>
                    <a:pt x="515" y="450"/>
                    <a:pt x="486" y="479"/>
                  </a:cubicBezTo>
                  <a:cubicBezTo>
                    <a:pt x="471" y="494"/>
                    <a:pt x="449" y="502"/>
                    <a:pt x="423" y="502"/>
                  </a:cubicBezTo>
                  <a:close/>
                  <a:moveTo>
                    <a:pt x="94" y="31"/>
                  </a:moveTo>
                  <a:cubicBezTo>
                    <a:pt x="76" y="31"/>
                    <a:pt x="62" y="36"/>
                    <a:pt x="53" y="46"/>
                  </a:cubicBezTo>
                  <a:cubicBezTo>
                    <a:pt x="34" y="65"/>
                    <a:pt x="33" y="101"/>
                    <a:pt x="52" y="147"/>
                  </a:cubicBezTo>
                  <a:cubicBezTo>
                    <a:pt x="74" y="201"/>
                    <a:pt x="119" y="263"/>
                    <a:pt x="183" y="327"/>
                  </a:cubicBezTo>
                  <a:cubicBezTo>
                    <a:pt x="274" y="417"/>
                    <a:pt x="364" y="471"/>
                    <a:pt x="423" y="471"/>
                  </a:cubicBezTo>
                  <a:cubicBezTo>
                    <a:pt x="441" y="471"/>
                    <a:pt x="455" y="467"/>
                    <a:pt x="464" y="457"/>
                  </a:cubicBezTo>
                  <a:cubicBezTo>
                    <a:pt x="483" y="438"/>
                    <a:pt x="484" y="402"/>
                    <a:pt x="465" y="356"/>
                  </a:cubicBezTo>
                  <a:cubicBezTo>
                    <a:pt x="443" y="302"/>
                    <a:pt x="398" y="240"/>
                    <a:pt x="334" y="176"/>
                  </a:cubicBezTo>
                  <a:cubicBezTo>
                    <a:pt x="243" y="85"/>
                    <a:pt x="153" y="31"/>
                    <a:pt x="94" y="31"/>
                  </a:cubicBezTo>
                  <a:close/>
                </a:path>
              </a:pathLst>
            </a:custGeom>
            <a:solidFill>
              <a:srgbClr val="D8D9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mn-ea"/>
                <a:cs typeface="+mn-cs"/>
              </a:endParaRPr>
            </a:p>
          </p:txBody>
        </p:sp>
        <p:sp>
          <p:nvSpPr>
            <p:cNvPr id="38" name="Freeform 257">
              <a:extLst>
                <a:ext uri="{FF2B5EF4-FFF2-40B4-BE49-F238E27FC236}">
                  <a16:creationId xmlns:a16="http://schemas.microsoft.com/office/drawing/2014/main" id="{4BA2D207-8796-4D0F-9FBD-0E2BC09E6423}"/>
                </a:ext>
              </a:extLst>
            </p:cNvPr>
            <p:cNvSpPr>
              <a:spLocks noEditPoints="1"/>
            </p:cNvSpPr>
            <p:nvPr/>
          </p:nvSpPr>
          <p:spPr bwMode="auto">
            <a:xfrm>
              <a:off x="6840706" y="2149807"/>
              <a:ext cx="735447" cy="733914"/>
            </a:xfrm>
            <a:custGeom>
              <a:avLst/>
              <a:gdLst>
                <a:gd name="T0" fmla="*/ 94 w 517"/>
                <a:gd name="T1" fmla="*/ 502 h 502"/>
                <a:gd name="T2" fmla="*/ 31 w 517"/>
                <a:gd name="T3" fmla="*/ 479 h 502"/>
                <a:gd name="T4" fmla="*/ 24 w 517"/>
                <a:gd name="T5" fmla="*/ 344 h 502"/>
                <a:gd name="T6" fmla="*/ 161 w 517"/>
                <a:gd name="T7" fmla="*/ 154 h 502"/>
                <a:gd name="T8" fmla="*/ 423 w 517"/>
                <a:gd name="T9" fmla="*/ 0 h 502"/>
                <a:gd name="T10" fmla="*/ 486 w 517"/>
                <a:gd name="T11" fmla="*/ 24 h 502"/>
                <a:gd name="T12" fmla="*/ 493 w 517"/>
                <a:gd name="T13" fmla="*/ 158 h 502"/>
                <a:gd name="T14" fmla="*/ 356 w 517"/>
                <a:gd name="T15" fmla="*/ 348 h 502"/>
                <a:gd name="T16" fmla="*/ 94 w 517"/>
                <a:gd name="T17" fmla="*/ 502 h 502"/>
                <a:gd name="T18" fmla="*/ 423 w 517"/>
                <a:gd name="T19" fmla="*/ 31 h 502"/>
                <a:gd name="T20" fmla="*/ 183 w 517"/>
                <a:gd name="T21" fmla="*/ 176 h 502"/>
                <a:gd name="T22" fmla="*/ 52 w 517"/>
                <a:gd name="T23" fmla="*/ 356 h 502"/>
                <a:gd name="T24" fmla="*/ 53 w 517"/>
                <a:gd name="T25" fmla="*/ 457 h 502"/>
                <a:gd name="T26" fmla="*/ 94 w 517"/>
                <a:gd name="T27" fmla="*/ 471 h 502"/>
                <a:gd name="T28" fmla="*/ 334 w 517"/>
                <a:gd name="T29" fmla="*/ 327 h 502"/>
                <a:gd name="T30" fmla="*/ 465 w 517"/>
                <a:gd name="T31" fmla="*/ 147 h 502"/>
                <a:gd name="T32" fmla="*/ 464 w 517"/>
                <a:gd name="T33" fmla="*/ 46 h 502"/>
                <a:gd name="T34" fmla="*/ 423 w 517"/>
                <a:gd name="T35" fmla="*/ 31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17" h="502">
                  <a:moveTo>
                    <a:pt x="94" y="502"/>
                  </a:moveTo>
                  <a:cubicBezTo>
                    <a:pt x="68" y="502"/>
                    <a:pt x="46" y="494"/>
                    <a:pt x="31" y="479"/>
                  </a:cubicBezTo>
                  <a:cubicBezTo>
                    <a:pt x="2" y="450"/>
                    <a:pt x="0" y="402"/>
                    <a:pt x="24" y="344"/>
                  </a:cubicBezTo>
                  <a:cubicBezTo>
                    <a:pt x="47" y="286"/>
                    <a:pt x="95" y="221"/>
                    <a:pt x="161" y="154"/>
                  </a:cubicBezTo>
                  <a:cubicBezTo>
                    <a:pt x="259" y="56"/>
                    <a:pt x="355" y="0"/>
                    <a:pt x="423" y="0"/>
                  </a:cubicBezTo>
                  <a:cubicBezTo>
                    <a:pt x="449" y="0"/>
                    <a:pt x="471" y="8"/>
                    <a:pt x="486" y="24"/>
                  </a:cubicBezTo>
                  <a:cubicBezTo>
                    <a:pt x="515" y="52"/>
                    <a:pt x="517" y="100"/>
                    <a:pt x="493" y="158"/>
                  </a:cubicBezTo>
                  <a:cubicBezTo>
                    <a:pt x="470" y="216"/>
                    <a:pt x="422" y="282"/>
                    <a:pt x="356" y="348"/>
                  </a:cubicBezTo>
                  <a:cubicBezTo>
                    <a:pt x="258" y="446"/>
                    <a:pt x="162" y="502"/>
                    <a:pt x="94" y="502"/>
                  </a:cubicBezTo>
                  <a:close/>
                  <a:moveTo>
                    <a:pt x="423" y="31"/>
                  </a:moveTo>
                  <a:cubicBezTo>
                    <a:pt x="364" y="31"/>
                    <a:pt x="274" y="85"/>
                    <a:pt x="183" y="176"/>
                  </a:cubicBezTo>
                  <a:cubicBezTo>
                    <a:pt x="119" y="240"/>
                    <a:pt x="74" y="302"/>
                    <a:pt x="52" y="356"/>
                  </a:cubicBezTo>
                  <a:cubicBezTo>
                    <a:pt x="33" y="402"/>
                    <a:pt x="34" y="438"/>
                    <a:pt x="53" y="457"/>
                  </a:cubicBezTo>
                  <a:cubicBezTo>
                    <a:pt x="62" y="467"/>
                    <a:pt x="76" y="471"/>
                    <a:pt x="94" y="471"/>
                  </a:cubicBezTo>
                  <a:cubicBezTo>
                    <a:pt x="153" y="471"/>
                    <a:pt x="243" y="417"/>
                    <a:pt x="334" y="327"/>
                  </a:cubicBezTo>
                  <a:cubicBezTo>
                    <a:pt x="398" y="263"/>
                    <a:pt x="443" y="201"/>
                    <a:pt x="465" y="147"/>
                  </a:cubicBezTo>
                  <a:cubicBezTo>
                    <a:pt x="484" y="101"/>
                    <a:pt x="483" y="65"/>
                    <a:pt x="464" y="46"/>
                  </a:cubicBezTo>
                  <a:cubicBezTo>
                    <a:pt x="455" y="36"/>
                    <a:pt x="441" y="31"/>
                    <a:pt x="423" y="31"/>
                  </a:cubicBezTo>
                  <a:close/>
                </a:path>
              </a:pathLst>
            </a:custGeom>
            <a:solidFill>
              <a:srgbClr val="98999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mn-ea"/>
                <a:cs typeface="+mn-cs"/>
              </a:endParaRPr>
            </a:p>
          </p:txBody>
        </p:sp>
        <p:sp>
          <p:nvSpPr>
            <p:cNvPr id="39" name="Text Placeholder 1">
              <a:extLst>
                <a:ext uri="{FF2B5EF4-FFF2-40B4-BE49-F238E27FC236}">
                  <a16:creationId xmlns:a16="http://schemas.microsoft.com/office/drawing/2014/main" id="{8BBAEE7F-10F8-4F14-963A-392D68322743}"/>
                </a:ext>
              </a:extLst>
            </p:cNvPr>
            <p:cNvSpPr txBox="1">
              <a:spLocks/>
            </p:cNvSpPr>
            <p:nvPr/>
          </p:nvSpPr>
          <p:spPr>
            <a:xfrm>
              <a:off x="6531834" y="1326857"/>
              <a:ext cx="4657534" cy="680356"/>
            </a:xfrm>
            <a:prstGeom prst="rect">
              <a:avLst/>
            </a:prstGeom>
          </p:spPr>
          <p:txBody>
            <a:bodyPr vert="horz" wrap="square" lIns="147600" tIns="90000" rIns="147600" bIns="90000" rtlCol="0">
              <a:spAutoFit/>
            </a:bodyPr>
            <a:lstStyle>
              <a:lvl1pPr marL="347472" indent="-347472" algn="l" defTabSz="914400" rtl="0" eaLnBrk="1" latinLnBrk="0" hangingPunct="1">
                <a:lnSpc>
                  <a:spcPct val="90000"/>
                </a:lnSpc>
                <a:spcBef>
                  <a:spcPts val="24"/>
                </a:spcBef>
                <a:buFont typeface="Arial" panose="020B0604020202020204" pitchFamily="34" charset="0"/>
                <a:buChar char="•"/>
                <a:defRPr lang="en-US" sz="2600" kern="1200">
                  <a:solidFill>
                    <a:schemeClr val="tx1"/>
                  </a:solidFill>
                  <a:latin typeface="+mn-lt"/>
                  <a:ea typeface="+mn-ea"/>
                  <a:cs typeface="Segoe UI" panose="020B0502040204020203" pitchFamily="34" charset="0"/>
                </a:defRPr>
              </a:lvl1pPr>
              <a:lvl2pPr marL="583200" indent="-241200" algn="l" defTabSz="914400" rtl="0" eaLnBrk="1" latinLnBrk="0" hangingPunct="1">
                <a:lnSpc>
                  <a:spcPct val="90000"/>
                </a:lnSpc>
                <a:spcBef>
                  <a:spcPts val="24"/>
                </a:spcBef>
                <a:buFont typeface="Arial" panose="020B0604020202020204" pitchFamily="34" charset="0"/>
                <a:buChar char="•"/>
                <a:defRPr lang="en-US" sz="2400" kern="1200">
                  <a:solidFill>
                    <a:schemeClr val="tx1"/>
                  </a:solidFill>
                  <a:latin typeface="+mn-lt"/>
                  <a:ea typeface="+mn-ea"/>
                  <a:cs typeface="Segoe UI" panose="020B0502040204020203" pitchFamily="34" charset="0"/>
                </a:defRPr>
              </a:lvl2pPr>
              <a:lvl3pPr marL="804672" indent="-230400" algn="l" defTabSz="914400" rtl="0" eaLnBrk="1" latinLnBrk="0" hangingPunct="1">
                <a:lnSpc>
                  <a:spcPct val="90000"/>
                </a:lnSpc>
                <a:spcBef>
                  <a:spcPts val="24"/>
                </a:spcBef>
                <a:buFont typeface="Arial" panose="020B0604020202020204" pitchFamily="34" charset="0"/>
                <a:buChar char="•"/>
                <a:defRPr lang="en-US" sz="2400" kern="1200">
                  <a:solidFill>
                    <a:schemeClr val="tx1"/>
                  </a:solidFill>
                  <a:latin typeface="+mn-lt"/>
                  <a:ea typeface="+mn-ea"/>
                  <a:cs typeface="Segoe UI" panose="020B0502040204020203" pitchFamily="34" charset="0"/>
                </a:defRPr>
              </a:lvl3pPr>
              <a:lvl4pPr marL="1029600" indent="-230400" algn="l" defTabSz="914400" rtl="0" eaLnBrk="1" latinLnBrk="0" hangingPunct="1">
                <a:lnSpc>
                  <a:spcPct val="90000"/>
                </a:lnSpc>
                <a:spcBef>
                  <a:spcPts val="24"/>
                </a:spcBef>
                <a:buFont typeface="Arial" panose="020B0604020202020204" pitchFamily="34" charset="0"/>
                <a:buChar char="•"/>
                <a:defRPr lang="en-US" sz="2000" kern="1200">
                  <a:solidFill>
                    <a:schemeClr val="tx1"/>
                  </a:solidFill>
                  <a:latin typeface="+mn-lt"/>
                  <a:ea typeface="+mn-ea"/>
                  <a:cs typeface="Segoe UI" panose="020B0502040204020203" pitchFamily="34" charset="0"/>
                </a:defRPr>
              </a:lvl4pPr>
              <a:lvl5pPr marL="1261872" indent="-230400" algn="l" defTabSz="914400" rtl="0" eaLnBrk="1" latinLnBrk="0" hangingPunct="1">
                <a:lnSpc>
                  <a:spcPct val="90000"/>
                </a:lnSpc>
                <a:spcBef>
                  <a:spcPts val="24"/>
                </a:spcBef>
                <a:buFont typeface="Arial" panose="020B0604020202020204" pitchFamily="34" charset="0"/>
                <a:buChar char="•"/>
                <a:defRPr lang="en-US" sz="2000" kern="1200">
                  <a:solidFill>
                    <a:schemeClr val="tx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24"/>
                </a:spcBef>
                <a:spcAft>
                  <a:spcPts val="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505050"/>
                  </a:solidFill>
                  <a:effectLst/>
                  <a:uLnTx/>
                  <a:uFillTx/>
                  <a:latin typeface="Segoe UI"/>
                  <a:ea typeface="+mn-ea"/>
                  <a:cs typeface="Segoe UI" panose="020B0502040204020203" pitchFamily="34" charset="0"/>
                </a:rPr>
                <a:t>Resource groups </a:t>
              </a:r>
              <a:br>
                <a:rPr kumimoji="0" lang="en-US" sz="1800" b="0" i="0" u="none" strike="noStrike" kern="1200" cap="none" spc="0" normalizeH="0" baseline="0" noProof="0">
                  <a:ln>
                    <a:noFill/>
                  </a:ln>
                  <a:solidFill>
                    <a:srgbClr val="505050"/>
                  </a:solidFill>
                  <a:effectLst/>
                  <a:uLnTx/>
                  <a:uFillTx/>
                  <a:latin typeface="Segoe UI"/>
                  <a:ea typeface="+mn-ea"/>
                  <a:cs typeface="Segoe UI" panose="020B0502040204020203" pitchFamily="34" charset="0"/>
                </a:rPr>
              </a:br>
              <a:r>
                <a:rPr kumimoji="0" lang="en-US" sz="1800" b="0" i="0" u="none" strike="noStrike" kern="1200" cap="none" spc="0" normalizeH="0" baseline="0" noProof="0">
                  <a:ln>
                    <a:noFill/>
                  </a:ln>
                  <a:solidFill>
                    <a:srgbClr val="505050"/>
                  </a:solidFill>
                  <a:effectLst/>
                  <a:uLnTx/>
                  <a:uFillTx/>
                  <a:latin typeface="Segoe UI"/>
                  <a:ea typeface="+mn-ea"/>
                  <a:cs typeface="Segoe UI" panose="020B0502040204020203" pitchFamily="34" charset="0"/>
                </a:rPr>
                <a:t>(web + DB, VM, Storage) in one group</a:t>
              </a:r>
            </a:p>
          </p:txBody>
        </p:sp>
        <p:pic>
          <p:nvPicPr>
            <p:cNvPr id="40" name="Picture 39">
              <a:extLst>
                <a:ext uri="{FF2B5EF4-FFF2-40B4-BE49-F238E27FC236}">
                  <a16:creationId xmlns:a16="http://schemas.microsoft.com/office/drawing/2014/main" id="{9A723F40-0B6E-48D3-B8E0-FAD40D926D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44975" y="2153334"/>
              <a:ext cx="707213" cy="726862"/>
            </a:xfrm>
            <a:prstGeom prst="rect">
              <a:avLst/>
            </a:prstGeom>
          </p:spPr>
        </p:pic>
        <p:pic>
          <p:nvPicPr>
            <p:cNvPr id="41" name="Picture 40">
              <a:extLst>
                <a:ext uri="{FF2B5EF4-FFF2-40B4-BE49-F238E27FC236}">
                  <a16:creationId xmlns:a16="http://schemas.microsoft.com/office/drawing/2014/main" id="{E8DC7FF9-BC18-4DC0-811C-02D2F3C38D9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39530" y="2095575"/>
              <a:ext cx="819606" cy="842378"/>
            </a:xfrm>
            <a:prstGeom prst="rect">
              <a:avLst/>
            </a:prstGeom>
          </p:spPr>
        </p:pic>
        <p:pic>
          <p:nvPicPr>
            <p:cNvPr id="45" name="Picture 44">
              <a:extLst>
                <a:ext uri="{FF2B5EF4-FFF2-40B4-BE49-F238E27FC236}">
                  <a16:creationId xmlns:a16="http://schemas.microsoft.com/office/drawing/2014/main" id="{96C1778D-52C5-4D38-BAF1-406BC09B562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97411" y="2401356"/>
              <a:ext cx="229579" cy="235958"/>
            </a:xfrm>
            <a:prstGeom prst="rect">
              <a:avLst/>
            </a:prstGeom>
          </p:spPr>
        </p:pic>
      </p:grpSp>
      <p:grpSp>
        <p:nvGrpSpPr>
          <p:cNvPr id="4" name="Group 3" descr="Three separate resource groups are shown. One for web and databases. One for virtual machines. One for storage. ">
            <a:extLst>
              <a:ext uri="{FF2B5EF4-FFF2-40B4-BE49-F238E27FC236}">
                <a16:creationId xmlns:a16="http://schemas.microsoft.com/office/drawing/2014/main" id="{A73583E8-7340-4B7D-AA31-50A9B4F50673}"/>
              </a:ext>
            </a:extLst>
          </p:cNvPr>
          <p:cNvGrpSpPr/>
          <p:nvPr/>
        </p:nvGrpSpPr>
        <p:grpSpPr>
          <a:xfrm>
            <a:off x="6454422" y="3231875"/>
            <a:ext cx="5236495" cy="2107615"/>
            <a:chOff x="6509084" y="3591976"/>
            <a:chExt cx="5236495" cy="2107615"/>
          </a:xfrm>
        </p:grpSpPr>
        <p:sp>
          <p:nvSpPr>
            <p:cNvPr id="22" name="Freeform 5">
              <a:extLst>
                <a:ext uri="{FF2B5EF4-FFF2-40B4-BE49-F238E27FC236}">
                  <a16:creationId xmlns:a16="http://schemas.microsoft.com/office/drawing/2014/main" id="{B8996744-E131-4185-9584-7B4DE510612C}"/>
                </a:ext>
              </a:extLst>
            </p:cNvPr>
            <p:cNvSpPr>
              <a:spLocks/>
            </p:cNvSpPr>
            <p:nvPr/>
          </p:nvSpPr>
          <p:spPr bwMode="auto">
            <a:xfrm>
              <a:off x="7986133" y="4550692"/>
              <a:ext cx="211205" cy="153760"/>
            </a:xfrm>
            <a:custGeom>
              <a:avLst/>
              <a:gdLst>
                <a:gd name="T0" fmla="*/ 80 w 80"/>
                <a:gd name="T1" fmla="*/ 40 h 56"/>
                <a:gd name="T2" fmla="*/ 72 w 80"/>
                <a:gd name="T3" fmla="*/ 40 h 56"/>
                <a:gd name="T4" fmla="*/ 64 w 80"/>
                <a:gd name="T5" fmla="*/ 48 h 56"/>
                <a:gd name="T6" fmla="*/ 16 w 80"/>
                <a:gd name="T7" fmla="*/ 48 h 56"/>
                <a:gd name="T8" fmla="*/ 8 w 80"/>
                <a:gd name="T9" fmla="*/ 40 h 56"/>
                <a:gd name="T10" fmla="*/ 8 w 80"/>
                <a:gd name="T11" fmla="*/ 16 h 56"/>
                <a:gd name="T12" fmla="*/ 16 w 80"/>
                <a:gd name="T13" fmla="*/ 8 h 56"/>
                <a:gd name="T14" fmla="*/ 64 w 80"/>
                <a:gd name="T15" fmla="*/ 8 h 56"/>
                <a:gd name="T16" fmla="*/ 72 w 80"/>
                <a:gd name="T17" fmla="*/ 16 h 56"/>
                <a:gd name="T18" fmla="*/ 80 w 80"/>
                <a:gd name="T19" fmla="*/ 16 h 56"/>
                <a:gd name="T20" fmla="*/ 64 w 80"/>
                <a:gd name="T21" fmla="*/ 0 h 56"/>
                <a:gd name="T22" fmla="*/ 16 w 80"/>
                <a:gd name="T23" fmla="*/ 0 h 56"/>
                <a:gd name="T24" fmla="*/ 0 w 80"/>
                <a:gd name="T25" fmla="*/ 16 h 56"/>
                <a:gd name="T26" fmla="*/ 0 w 80"/>
                <a:gd name="T27" fmla="*/ 40 h 56"/>
                <a:gd name="T28" fmla="*/ 16 w 80"/>
                <a:gd name="T29" fmla="*/ 56 h 56"/>
                <a:gd name="T30" fmla="*/ 64 w 80"/>
                <a:gd name="T31" fmla="*/ 56 h 56"/>
                <a:gd name="T32" fmla="*/ 80 w 80"/>
                <a:gd name="T33" fmla="*/ 4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 h="56">
                  <a:moveTo>
                    <a:pt x="80" y="40"/>
                  </a:moveTo>
                  <a:cubicBezTo>
                    <a:pt x="72" y="40"/>
                    <a:pt x="72" y="40"/>
                    <a:pt x="72" y="40"/>
                  </a:cubicBezTo>
                  <a:cubicBezTo>
                    <a:pt x="72" y="44"/>
                    <a:pt x="68" y="48"/>
                    <a:pt x="64" y="48"/>
                  </a:cubicBezTo>
                  <a:cubicBezTo>
                    <a:pt x="16" y="48"/>
                    <a:pt x="16" y="48"/>
                    <a:pt x="16" y="48"/>
                  </a:cubicBezTo>
                  <a:cubicBezTo>
                    <a:pt x="12" y="48"/>
                    <a:pt x="8" y="44"/>
                    <a:pt x="8" y="40"/>
                  </a:cubicBezTo>
                  <a:cubicBezTo>
                    <a:pt x="8" y="16"/>
                    <a:pt x="8" y="16"/>
                    <a:pt x="8" y="16"/>
                  </a:cubicBezTo>
                  <a:cubicBezTo>
                    <a:pt x="8" y="12"/>
                    <a:pt x="12" y="8"/>
                    <a:pt x="16" y="8"/>
                  </a:cubicBezTo>
                  <a:cubicBezTo>
                    <a:pt x="64" y="8"/>
                    <a:pt x="64" y="8"/>
                    <a:pt x="64" y="8"/>
                  </a:cubicBezTo>
                  <a:cubicBezTo>
                    <a:pt x="68" y="8"/>
                    <a:pt x="72" y="12"/>
                    <a:pt x="72" y="16"/>
                  </a:cubicBezTo>
                  <a:cubicBezTo>
                    <a:pt x="80" y="16"/>
                    <a:pt x="80" y="16"/>
                    <a:pt x="80" y="16"/>
                  </a:cubicBezTo>
                  <a:cubicBezTo>
                    <a:pt x="80" y="7"/>
                    <a:pt x="73" y="0"/>
                    <a:pt x="64" y="0"/>
                  </a:cubicBezTo>
                  <a:cubicBezTo>
                    <a:pt x="16" y="0"/>
                    <a:pt x="16" y="0"/>
                    <a:pt x="16" y="0"/>
                  </a:cubicBezTo>
                  <a:cubicBezTo>
                    <a:pt x="7" y="0"/>
                    <a:pt x="0" y="7"/>
                    <a:pt x="0" y="16"/>
                  </a:cubicBezTo>
                  <a:cubicBezTo>
                    <a:pt x="0" y="40"/>
                    <a:pt x="0" y="40"/>
                    <a:pt x="0" y="40"/>
                  </a:cubicBezTo>
                  <a:cubicBezTo>
                    <a:pt x="0" y="49"/>
                    <a:pt x="7" y="56"/>
                    <a:pt x="16" y="56"/>
                  </a:cubicBezTo>
                  <a:cubicBezTo>
                    <a:pt x="64" y="56"/>
                    <a:pt x="64" y="56"/>
                    <a:pt x="64" y="56"/>
                  </a:cubicBezTo>
                  <a:cubicBezTo>
                    <a:pt x="73" y="56"/>
                    <a:pt x="80" y="49"/>
                    <a:pt x="80" y="40"/>
                  </a:cubicBez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mn-ea"/>
                <a:cs typeface="+mn-cs"/>
              </a:endParaRPr>
            </a:p>
          </p:txBody>
        </p:sp>
        <p:sp>
          <p:nvSpPr>
            <p:cNvPr id="23" name="Freeform 6">
              <a:extLst>
                <a:ext uri="{FF2B5EF4-FFF2-40B4-BE49-F238E27FC236}">
                  <a16:creationId xmlns:a16="http://schemas.microsoft.com/office/drawing/2014/main" id="{60A9C15B-B498-4347-8A2D-3B0213921C54}"/>
                </a:ext>
              </a:extLst>
            </p:cNvPr>
            <p:cNvSpPr>
              <a:spLocks/>
            </p:cNvSpPr>
            <p:nvPr/>
          </p:nvSpPr>
          <p:spPr bwMode="auto">
            <a:xfrm>
              <a:off x="8111851" y="4616589"/>
              <a:ext cx="211205" cy="153760"/>
            </a:xfrm>
            <a:custGeom>
              <a:avLst/>
              <a:gdLst>
                <a:gd name="T0" fmla="*/ 64 w 80"/>
                <a:gd name="T1" fmla="*/ 0 h 56"/>
                <a:gd name="T2" fmla="*/ 16 w 80"/>
                <a:gd name="T3" fmla="*/ 0 h 56"/>
                <a:gd name="T4" fmla="*/ 0 w 80"/>
                <a:gd name="T5" fmla="*/ 16 h 56"/>
                <a:gd name="T6" fmla="*/ 8 w 80"/>
                <a:gd name="T7" fmla="*/ 16 h 56"/>
                <a:gd name="T8" fmla="*/ 16 w 80"/>
                <a:gd name="T9" fmla="*/ 8 h 56"/>
                <a:gd name="T10" fmla="*/ 64 w 80"/>
                <a:gd name="T11" fmla="*/ 8 h 56"/>
                <a:gd name="T12" fmla="*/ 72 w 80"/>
                <a:gd name="T13" fmla="*/ 16 h 56"/>
                <a:gd name="T14" fmla="*/ 72 w 80"/>
                <a:gd name="T15" fmla="*/ 40 h 56"/>
                <a:gd name="T16" fmla="*/ 64 w 80"/>
                <a:gd name="T17" fmla="*/ 48 h 56"/>
                <a:gd name="T18" fmla="*/ 16 w 80"/>
                <a:gd name="T19" fmla="*/ 48 h 56"/>
                <a:gd name="T20" fmla="*/ 8 w 80"/>
                <a:gd name="T21" fmla="*/ 40 h 56"/>
                <a:gd name="T22" fmla="*/ 0 w 80"/>
                <a:gd name="T23" fmla="*/ 40 h 56"/>
                <a:gd name="T24" fmla="*/ 16 w 80"/>
                <a:gd name="T25" fmla="*/ 56 h 56"/>
                <a:gd name="T26" fmla="*/ 64 w 80"/>
                <a:gd name="T27" fmla="*/ 56 h 56"/>
                <a:gd name="T28" fmla="*/ 80 w 80"/>
                <a:gd name="T29" fmla="*/ 40 h 56"/>
                <a:gd name="T30" fmla="*/ 80 w 80"/>
                <a:gd name="T31" fmla="*/ 16 h 56"/>
                <a:gd name="T32" fmla="*/ 64 w 80"/>
                <a:gd name="T3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 h="56">
                  <a:moveTo>
                    <a:pt x="64" y="0"/>
                  </a:moveTo>
                  <a:cubicBezTo>
                    <a:pt x="16" y="0"/>
                    <a:pt x="16" y="0"/>
                    <a:pt x="16" y="0"/>
                  </a:cubicBezTo>
                  <a:cubicBezTo>
                    <a:pt x="7" y="0"/>
                    <a:pt x="0" y="7"/>
                    <a:pt x="0" y="16"/>
                  </a:cubicBezTo>
                  <a:cubicBezTo>
                    <a:pt x="8" y="16"/>
                    <a:pt x="8" y="16"/>
                    <a:pt x="8" y="16"/>
                  </a:cubicBezTo>
                  <a:cubicBezTo>
                    <a:pt x="8" y="12"/>
                    <a:pt x="12" y="8"/>
                    <a:pt x="16" y="8"/>
                  </a:cubicBezTo>
                  <a:cubicBezTo>
                    <a:pt x="64" y="8"/>
                    <a:pt x="64" y="8"/>
                    <a:pt x="64" y="8"/>
                  </a:cubicBezTo>
                  <a:cubicBezTo>
                    <a:pt x="68" y="8"/>
                    <a:pt x="72" y="12"/>
                    <a:pt x="72" y="16"/>
                  </a:cubicBezTo>
                  <a:cubicBezTo>
                    <a:pt x="72" y="40"/>
                    <a:pt x="72" y="40"/>
                    <a:pt x="72" y="40"/>
                  </a:cubicBezTo>
                  <a:cubicBezTo>
                    <a:pt x="72" y="44"/>
                    <a:pt x="68" y="48"/>
                    <a:pt x="64" y="48"/>
                  </a:cubicBezTo>
                  <a:cubicBezTo>
                    <a:pt x="16" y="48"/>
                    <a:pt x="16" y="48"/>
                    <a:pt x="16" y="48"/>
                  </a:cubicBezTo>
                  <a:cubicBezTo>
                    <a:pt x="12" y="48"/>
                    <a:pt x="8" y="44"/>
                    <a:pt x="8" y="40"/>
                  </a:cubicBezTo>
                  <a:cubicBezTo>
                    <a:pt x="0" y="40"/>
                    <a:pt x="0" y="40"/>
                    <a:pt x="0" y="40"/>
                  </a:cubicBezTo>
                  <a:cubicBezTo>
                    <a:pt x="0" y="49"/>
                    <a:pt x="7" y="56"/>
                    <a:pt x="16" y="56"/>
                  </a:cubicBezTo>
                  <a:cubicBezTo>
                    <a:pt x="64" y="56"/>
                    <a:pt x="64" y="56"/>
                    <a:pt x="64" y="56"/>
                  </a:cubicBezTo>
                  <a:cubicBezTo>
                    <a:pt x="73" y="56"/>
                    <a:pt x="80" y="49"/>
                    <a:pt x="80" y="40"/>
                  </a:cubicBezTo>
                  <a:cubicBezTo>
                    <a:pt x="80" y="16"/>
                    <a:pt x="80" y="16"/>
                    <a:pt x="80" y="16"/>
                  </a:cubicBezTo>
                  <a:cubicBezTo>
                    <a:pt x="80" y="7"/>
                    <a:pt x="73" y="0"/>
                    <a:pt x="64" y="0"/>
                  </a:cubicBez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mn-ea"/>
                <a:cs typeface="+mn-cs"/>
              </a:endParaRPr>
            </a:p>
          </p:txBody>
        </p:sp>
        <p:sp>
          <p:nvSpPr>
            <p:cNvPr id="25" name="Freeform 5">
              <a:extLst>
                <a:ext uri="{FF2B5EF4-FFF2-40B4-BE49-F238E27FC236}">
                  <a16:creationId xmlns:a16="http://schemas.microsoft.com/office/drawing/2014/main" id="{6251F2C3-5D8F-4D03-832C-31D8A60AB3E9}"/>
                </a:ext>
              </a:extLst>
            </p:cNvPr>
            <p:cNvSpPr>
              <a:spLocks/>
            </p:cNvSpPr>
            <p:nvPr/>
          </p:nvSpPr>
          <p:spPr bwMode="auto">
            <a:xfrm>
              <a:off x="9940410" y="4550692"/>
              <a:ext cx="211205" cy="153760"/>
            </a:xfrm>
            <a:custGeom>
              <a:avLst/>
              <a:gdLst>
                <a:gd name="T0" fmla="*/ 80 w 80"/>
                <a:gd name="T1" fmla="*/ 40 h 56"/>
                <a:gd name="T2" fmla="*/ 72 w 80"/>
                <a:gd name="T3" fmla="*/ 40 h 56"/>
                <a:gd name="T4" fmla="*/ 64 w 80"/>
                <a:gd name="T5" fmla="*/ 48 h 56"/>
                <a:gd name="T6" fmla="*/ 16 w 80"/>
                <a:gd name="T7" fmla="*/ 48 h 56"/>
                <a:gd name="T8" fmla="*/ 8 w 80"/>
                <a:gd name="T9" fmla="*/ 40 h 56"/>
                <a:gd name="T10" fmla="*/ 8 w 80"/>
                <a:gd name="T11" fmla="*/ 16 h 56"/>
                <a:gd name="T12" fmla="*/ 16 w 80"/>
                <a:gd name="T13" fmla="*/ 8 h 56"/>
                <a:gd name="T14" fmla="*/ 64 w 80"/>
                <a:gd name="T15" fmla="*/ 8 h 56"/>
                <a:gd name="T16" fmla="*/ 72 w 80"/>
                <a:gd name="T17" fmla="*/ 16 h 56"/>
                <a:gd name="T18" fmla="*/ 80 w 80"/>
                <a:gd name="T19" fmla="*/ 16 h 56"/>
                <a:gd name="T20" fmla="*/ 64 w 80"/>
                <a:gd name="T21" fmla="*/ 0 h 56"/>
                <a:gd name="T22" fmla="*/ 16 w 80"/>
                <a:gd name="T23" fmla="*/ 0 h 56"/>
                <a:gd name="T24" fmla="*/ 0 w 80"/>
                <a:gd name="T25" fmla="*/ 16 h 56"/>
                <a:gd name="T26" fmla="*/ 0 w 80"/>
                <a:gd name="T27" fmla="*/ 40 h 56"/>
                <a:gd name="T28" fmla="*/ 16 w 80"/>
                <a:gd name="T29" fmla="*/ 56 h 56"/>
                <a:gd name="T30" fmla="*/ 64 w 80"/>
                <a:gd name="T31" fmla="*/ 56 h 56"/>
                <a:gd name="T32" fmla="*/ 80 w 80"/>
                <a:gd name="T33" fmla="*/ 4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 h="56">
                  <a:moveTo>
                    <a:pt x="80" y="40"/>
                  </a:moveTo>
                  <a:cubicBezTo>
                    <a:pt x="72" y="40"/>
                    <a:pt x="72" y="40"/>
                    <a:pt x="72" y="40"/>
                  </a:cubicBezTo>
                  <a:cubicBezTo>
                    <a:pt x="72" y="44"/>
                    <a:pt x="68" y="48"/>
                    <a:pt x="64" y="48"/>
                  </a:cubicBezTo>
                  <a:cubicBezTo>
                    <a:pt x="16" y="48"/>
                    <a:pt x="16" y="48"/>
                    <a:pt x="16" y="48"/>
                  </a:cubicBezTo>
                  <a:cubicBezTo>
                    <a:pt x="12" y="48"/>
                    <a:pt x="8" y="44"/>
                    <a:pt x="8" y="40"/>
                  </a:cubicBezTo>
                  <a:cubicBezTo>
                    <a:pt x="8" y="16"/>
                    <a:pt x="8" y="16"/>
                    <a:pt x="8" y="16"/>
                  </a:cubicBezTo>
                  <a:cubicBezTo>
                    <a:pt x="8" y="12"/>
                    <a:pt x="12" y="8"/>
                    <a:pt x="16" y="8"/>
                  </a:cubicBezTo>
                  <a:cubicBezTo>
                    <a:pt x="64" y="8"/>
                    <a:pt x="64" y="8"/>
                    <a:pt x="64" y="8"/>
                  </a:cubicBezTo>
                  <a:cubicBezTo>
                    <a:pt x="68" y="8"/>
                    <a:pt x="72" y="12"/>
                    <a:pt x="72" y="16"/>
                  </a:cubicBezTo>
                  <a:cubicBezTo>
                    <a:pt x="80" y="16"/>
                    <a:pt x="80" y="16"/>
                    <a:pt x="80" y="16"/>
                  </a:cubicBezTo>
                  <a:cubicBezTo>
                    <a:pt x="80" y="7"/>
                    <a:pt x="73" y="0"/>
                    <a:pt x="64" y="0"/>
                  </a:cubicBezTo>
                  <a:cubicBezTo>
                    <a:pt x="16" y="0"/>
                    <a:pt x="16" y="0"/>
                    <a:pt x="16" y="0"/>
                  </a:cubicBezTo>
                  <a:cubicBezTo>
                    <a:pt x="7" y="0"/>
                    <a:pt x="0" y="7"/>
                    <a:pt x="0" y="16"/>
                  </a:cubicBezTo>
                  <a:cubicBezTo>
                    <a:pt x="0" y="40"/>
                    <a:pt x="0" y="40"/>
                    <a:pt x="0" y="40"/>
                  </a:cubicBezTo>
                  <a:cubicBezTo>
                    <a:pt x="0" y="49"/>
                    <a:pt x="7" y="56"/>
                    <a:pt x="16" y="56"/>
                  </a:cubicBezTo>
                  <a:cubicBezTo>
                    <a:pt x="64" y="56"/>
                    <a:pt x="64" y="56"/>
                    <a:pt x="64" y="56"/>
                  </a:cubicBezTo>
                  <a:cubicBezTo>
                    <a:pt x="73" y="56"/>
                    <a:pt x="80" y="49"/>
                    <a:pt x="80" y="40"/>
                  </a:cubicBez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mn-ea"/>
                <a:cs typeface="+mn-cs"/>
              </a:endParaRPr>
            </a:p>
          </p:txBody>
        </p:sp>
        <p:sp>
          <p:nvSpPr>
            <p:cNvPr id="26" name="Freeform 6">
              <a:extLst>
                <a:ext uri="{FF2B5EF4-FFF2-40B4-BE49-F238E27FC236}">
                  <a16:creationId xmlns:a16="http://schemas.microsoft.com/office/drawing/2014/main" id="{ED248921-17BF-4CB3-B3D1-3D3F315FC1AD}"/>
                </a:ext>
              </a:extLst>
            </p:cNvPr>
            <p:cNvSpPr>
              <a:spLocks/>
            </p:cNvSpPr>
            <p:nvPr/>
          </p:nvSpPr>
          <p:spPr bwMode="auto">
            <a:xfrm>
              <a:off x="10066128" y="4616589"/>
              <a:ext cx="211205" cy="153760"/>
            </a:xfrm>
            <a:custGeom>
              <a:avLst/>
              <a:gdLst>
                <a:gd name="T0" fmla="*/ 64 w 80"/>
                <a:gd name="T1" fmla="*/ 0 h 56"/>
                <a:gd name="T2" fmla="*/ 16 w 80"/>
                <a:gd name="T3" fmla="*/ 0 h 56"/>
                <a:gd name="T4" fmla="*/ 0 w 80"/>
                <a:gd name="T5" fmla="*/ 16 h 56"/>
                <a:gd name="T6" fmla="*/ 8 w 80"/>
                <a:gd name="T7" fmla="*/ 16 h 56"/>
                <a:gd name="T8" fmla="*/ 16 w 80"/>
                <a:gd name="T9" fmla="*/ 8 h 56"/>
                <a:gd name="T10" fmla="*/ 64 w 80"/>
                <a:gd name="T11" fmla="*/ 8 h 56"/>
                <a:gd name="T12" fmla="*/ 72 w 80"/>
                <a:gd name="T13" fmla="*/ 16 h 56"/>
                <a:gd name="T14" fmla="*/ 72 w 80"/>
                <a:gd name="T15" fmla="*/ 40 h 56"/>
                <a:gd name="T16" fmla="*/ 64 w 80"/>
                <a:gd name="T17" fmla="*/ 48 h 56"/>
                <a:gd name="T18" fmla="*/ 16 w 80"/>
                <a:gd name="T19" fmla="*/ 48 h 56"/>
                <a:gd name="T20" fmla="*/ 8 w 80"/>
                <a:gd name="T21" fmla="*/ 40 h 56"/>
                <a:gd name="T22" fmla="*/ 0 w 80"/>
                <a:gd name="T23" fmla="*/ 40 h 56"/>
                <a:gd name="T24" fmla="*/ 16 w 80"/>
                <a:gd name="T25" fmla="*/ 56 h 56"/>
                <a:gd name="T26" fmla="*/ 64 w 80"/>
                <a:gd name="T27" fmla="*/ 56 h 56"/>
                <a:gd name="T28" fmla="*/ 80 w 80"/>
                <a:gd name="T29" fmla="*/ 40 h 56"/>
                <a:gd name="T30" fmla="*/ 80 w 80"/>
                <a:gd name="T31" fmla="*/ 16 h 56"/>
                <a:gd name="T32" fmla="*/ 64 w 80"/>
                <a:gd name="T3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 h="56">
                  <a:moveTo>
                    <a:pt x="64" y="0"/>
                  </a:moveTo>
                  <a:cubicBezTo>
                    <a:pt x="16" y="0"/>
                    <a:pt x="16" y="0"/>
                    <a:pt x="16" y="0"/>
                  </a:cubicBezTo>
                  <a:cubicBezTo>
                    <a:pt x="7" y="0"/>
                    <a:pt x="0" y="7"/>
                    <a:pt x="0" y="16"/>
                  </a:cubicBezTo>
                  <a:cubicBezTo>
                    <a:pt x="8" y="16"/>
                    <a:pt x="8" y="16"/>
                    <a:pt x="8" y="16"/>
                  </a:cubicBezTo>
                  <a:cubicBezTo>
                    <a:pt x="8" y="12"/>
                    <a:pt x="12" y="8"/>
                    <a:pt x="16" y="8"/>
                  </a:cubicBezTo>
                  <a:cubicBezTo>
                    <a:pt x="64" y="8"/>
                    <a:pt x="64" y="8"/>
                    <a:pt x="64" y="8"/>
                  </a:cubicBezTo>
                  <a:cubicBezTo>
                    <a:pt x="68" y="8"/>
                    <a:pt x="72" y="12"/>
                    <a:pt x="72" y="16"/>
                  </a:cubicBezTo>
                  <a:cubicBezTo>
                    <a:pt x="72" y="40"/>
                    <a:pt x="72" y="40"/>
                    <a:pt x="72" y="40"/>
                  </a:cubicBezTo>
                  <a:cubicBezTo>
                    <a:pt x="72" y="44"/>
                    <a:pt x="68" y="48"/>
                    <a:pt x="64" y="48"/>
                  </a:cubicBezTo>
                  <a:cubicBezTo>
                    <a:pt x="16" y="48"/>
                    <a:pt x="16" y="48"/>
                    <a:pt x="16" y="48"/>
                  </a:cubicBezTo>
                  <a:cubicBezTo>
                    <a:pt x="12" y="48"/>
                    <a:pt x="8" y="44"/>
                    <a:pt x="8" y="40"/>
                  </a:cubicBezTo>
                  <a:cubicBezTo>
                    <a:pt x="0" y="40"/>
                    <a:pt x="0" y="40"/>
                    <a:pt x="0" y="40"/>
                  </a:cubicBezTo>
                  <a:cubicBezTo>
                    <a:pt x="0" y="49"/>
                    <a:pt x="7" y="56"/>
                    <a:pt x="16" y="56"/>
                  </a:cubicBezTo>
                  <a:cubicBezTo>
                    <a:pt x="64" y="56"/>
                    <a:pt x="64" y="56"/>
                    <a:pt x="64" y="56"/>
                  </a:cubicBezTo>
                  <a:cubicBezTo>
                    <a:pt x="73" y="56"/>
                    <a:pt x="80" y="49"/>
                    <a:pt x="80" y="40"/>
                  </a:cubicBezTo>
                  <a:cubicBezTo>
                    <a:pt x="80" y="16"/>
                    <a:pt x="80" y="16"/>
                    <a:pt x="80" y="16"/>
                  </a:cubicBezTo>
                  <a:cubicBezTo>
                    <a:pt x="80" y="7"/>
                    <a:pt x="73" y="0"/>
                    <a:pt x="64" y="0"/>
                  </a:cubicBez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mn-ea"/>
                <a:cs typeface="+mn-cs"/>
              </a:endParaRPr>
            </a:p>
          </p:txBody>
        </p:sp>
        <p:sp>
          <p:nvSpPr>
            <p:cNvPr id="28" name="Rectangle 27">
              <a:extLst>
                <a:ext uri="{FF2B5EF4-FFF2-40B4-BE49-F238E27FC236}">
                  <a16:creationId xmlns:a16="http://schemas.microsoft.com/office/drawing/2014/main" id="{6EF2A56D-873A-4E9A-9338-76C04A2F44A7}"/>
                </a:ext>
              </a:extLst>
            </p:cNvPr>
            <p:cNvSpPr/>
            <p:nvPr/>
          </p:nvSpPr>
          <p:spPr bwMode="auto">
            <a:xfrm>
              <a:off x="10427816" y="3591976"/>
              <a:ext cx="1317763" cy="2107615"/>
            </a:xfrm>
            <a:prstGeom prst="rect">
              <a:avLst/>
            </a:prstGeom>
            <a:solidFill>
              <a:srgbClr val="FFFFFF"/>
            </a:solidFill>
            <a:ln w="3175" cap="flat" cmpd="sng" algn="ctr">
              <a:solidFill>
                <a:schemeClr val="bg1">
                  <a:lumMod val="75000"/>
                </a:schemeClr>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l" defTabSz="932472" rtl="0" eaLnBrk="1" fontAlgn="base" latinLnBrk="0" hangingPunct="1">
                <a:lnSpc>
                  <a:spcPct val="90000"/>
                </a:lnSpc>
                <a:spcBef>
                  <a:spcPct val="0"/>
                </a:spcBef>
                <a:spcAft>
                  <a:spcPct val="0"/>
                </a:spcAft>
                <a:buClrTx/>
                <a:buSzTx/>
                <a:buFontTx/>
                <a:buNone/>
                <a:tabLst/>
                <a:defRPr/>
              </a:pPr>
              <a:r>
                <a:rPr kumimoji="0" lang="en-US" sz="1400" b="1" i="0" u="none" strike="noStrike" kern="0" cap="none" spc="0" normalizeH="0" baseline="0" noProof="0">
                  <a:ln>
                    <a:noFill/>
                  </a:ln>
                  <a:solidFill>
                    <a:srgbClr val="505050"/>
                  </a:solidFill>
                  <a:effectLst/>
                  <a:uLnTx/>
                  <a:uFillTx/>
                  <a:latin typeface="Segoe UI"/>
                  <a:ea typeface="Segoe UI" pitchFamily="34" charset="0"/>
                  <a:cs typeface="Segoe UI" pitchFamily="34" charset="0"/>
                </a:rPr>
                <a:t>Storage</a:t>
              </a:r>
              <a:r>
                <a:rPr kumimoji="0" lang="en-US" sz="1400" b="0" i="0" u="none" strike="noStrike" kern="0" cap="none" spc="0" normalizeH="0" baseline="0" noProof="0">
                  <a:ln>
                    <a:noFill/>
                  </a:ln>
                  <a:solidFill>
                    <a:srgbClr val="505050"/>
                  </a:solidFill>
                  <a:effectLst/>
                  <a:uLnTx/>
                  <a:uFillTx/>
                  <a:latin typeface="Segoe UI"/>
                  <a:ea typeface="Segoe UI" pitchFamily="34" charset="0"/>
                  <a:cs typeface="Segoe UI" pitchFamily="34" charset="0"/>
                </a:rPr>
                <a:t> resource group</a:t>
              </a:r>
            </a:p>
          </p:txBody>
        </p:sp>
        <p:pic>
          <p:nvPicPr>
            <p:cNvPr id="29" name="Picture 28">
              <a:extLst>
                <a:ext uri="{FF2B5EF4-FFF2-40B4-BE49-F238E27FC236}">
                  <a16:creationId xmlns:a16="http://schemas.microsoft.com/office/drawing/2014/main" id="{B00D76A6-FEE6-454B-AE5F-DF706BFB5F0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44975" y="3753355"/>
              <a:ext cx="707212" cy="716837"/>
            </a:xfrm>
            <a:prstGeom prst="rect">
              <a:avLst/>
            </a:prstGeom>
          </p:spPr>
        </p:pic>
        <p:sp>
          <p:nvSpPr>
            <p:cNvPr id="43" name="Rectangle 42">
              <a:extLst>
                <a:ext uri="{FF2B5EF4-FFF2-40B4-BE49-F238E27FC236}">
                  <a16:creationId xmlns:a16="http://schemas.microsoft.com/office/drawing/2014/main" id="{224ED2E3-9A09-4880-A8DF-6990B9C409C5}"/>
                </a:ext>
              </a:extLst>
            </p:cNvPr>
            <p:cNvSpPr/>
            <p:nvPr/>
          </p:nvSpPr>
          <p:spPr bwMode="auto">
            <a:xfrm>
              <a:off x="8468449" y="3591976"/>
              <a:ext cx="1317763" cy="2107615"/>
            </a:xfrm>
            <a:prstGeom prst="rect">
              <a:avLst/>
            </a:prstGeom>
            <a:solidFill>
              <a:srgbClr val="FFFFFF"/>
            </a:solidFill>
            <a:ln w="3175" cap="flat" cmpd="sng" algn="ctr">
              <a:solidFill>
                <a:schemeClr val="bg1">
                  <a:lumMod val="75000"/>
                </a:schemeClr>
              </a:solidFill>
              <a:prstDash val="solid"/>
              <a:miter lim="800000"/>
              <a:headEnd type="none" w="med" len="med"/>
              <a:tailEnd type="none" w="med" len="med"/>
            </a:ln>
            <a:effectLst/>
          </p:spPr>
          <p:txBody>
            <a:bodyPr rot="0" spcFirstLastPara="0" vertOverflow="overflow" horzOverflow="overflow" vert="horz" wrap="square" lIns="182880" tIns="146304" rIns="91440" bIns="146304" numCol="1" spcCol="0" rtlCol="0" fromWordArt="0" anchor="b" anchorCtr="0" forceAA="0" compatLnSpc="1">
              <a:prstTxWarp prst="textNoShape">
                <a:avLst/>
              </a:prstTxWarp>
              <a:noAutofit/>
            </a:bodyPr>
            <a:lstStyle/>
            <a:p>
              <a:pPr marL="0" marR="0" lvl="0" indent="0" algn="l" defTabSz="932472" rtl="0" eaLnBrk="1" fontAlgn="base" latinLnBrk="0" hangingPunct="1">
                <a:lnSpc>
                  <a:spcPct val="90000"/>
                </a:lnSpc>
                <a:spcBef>
                  <a:spcPct val="0"/>
                </a:spcBef>
                <a:spcAft>
                  <a:spcPct val="0"/>
                </a:spcAft>
                <a:buClrTx/>
                <a:buSzTx/>
                <a:buFontTx/>
                <a:buNone/>
                <a:tabLst/>
                <a:defRPr/>
              </a:pPr>
              <a:r>
                <a:rPr kumimoji="0" lang="en-US" sz="1400" b="1" i="0" u="none" strike="noStrike" kern="0" cap="none" spc="0" normalizeH="0" baseline="0" noProof="0">
                  <a:ln>
                    <a:noFill/>
                  </a:ln>
                  <a:solidFill>
                    <a:srgbClr val="505050"/>
                  </a:solidFill>
                  <a:effectLst/>
                  <a:uLnTx/>
                  <a:uFillTx/>
                  <a:latin typeface="Segoe UI"/>
                  <a:ea typeface="Segoe UI" pitchFamily="34" charset="0"/>
                  <a:cs typeface="Segoe UI" pitchFamily="34" charset="0"/>
                </a:rPr>
                <a:t>Virtual machine </a:t>
              </a:r>
              <a:r>
                <a:rPr kumimoji="0" lang="en-US" sz="1400" b="0" i="0" u="none" strike="noStrike" kern="0" cap="none" spc="0" normalizeH="0" baseline="0" noProof="0">
                  <a:ln>
                    <a:noFill/>
                  </a:ln>
                  <a:solidFill>
                    <a:srgbClr val="505050"/>
                  </a:solidFill>
                  <a:effectLst/>
                  <a:uLnTx/>
                  <a:uFillTx/>
                  <a:latin typeface="Segoe UI"/>
                  <a:ea typeface="Segoe UI" pitchFamily="34" charset="0"/>
                  <a:cs typeface="Segoe UI" pitchFamily="34" charset="0"/>
                </a:rPr>
                <a:t>resource group</a:t>
              </a:r>
            </a:p>
          </p:txBody>
        </p:sp>
        <p:pic>
          <p:nvPicPr>
            <p:cNvPr id="44" name="Picture 43">
              <a:extLst>
                <a:ext uri="{FF2B5EF4-FFF2-40B4-BE49-F238E27FC236}">
                  <a16:creationId xmlns:a16="http://schemas.microsoft.com/office/drawing/2014/main" id="{348C082F-8D05-4AA6-B8CE-FDC0CE95BD8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29411" y="3726291"/>
              <a:ext cx="819606" cy="830759"/>
            </a:xfrm>
            <a:prstGeom prst="rect">
              <a:avLst/>
            </a:prstGeom>
          </p:spPr>
        </p:pic>
        <p:sp>
          <p:nvSpPr>
            <p:cNvPr id="47" name="Rectangle 46">
              <a:extLst>
                <a:ext uri="{FF2B5EF4-FFF2-40B4-BE49-F238E27FC236}">
                  <a16:creationId xmlns:a16="http://schemas.microsoft.com/office/drawing/2014/main" id="{4462B821-48A6-4216-86B4-E815748F1FAB}"/>
                </a:ext>
              </a:extLst>
            </p:cNvPr>
            <p:cNvSpPr/>
            <p:nvPr/>
          </p:nvSpPr>
          <p:spPr bwMode="auto">
            <a:xfrm>
              <a:off x="6509084" y="3591976"/>
              <a:ext cx="1317763" cy="2107615"/>
            </a:xfrm>
            <a:prstGeom prst="rect">
              <a:avLst/>
            </a:prstGeom>
            <a:solidFill>
              <a:srgbClr val="FFFFFF"/>
            </a:solidFill>
            <a:ln w="3175" cap="flat" cmpd="sng" algn="ctr">
              <a:solidFill>
                <a:schemeClr val="bg1">
                  <a:lumMod val="75000"/>
                </a:schemeClr>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l" defTabSz="932472" rtl="0" eaLnBrk="1" fontAlgn="base" latinLnBrk="0" hangingPunct="1">
                <a:lnSpc>
                  <a:spcPct val="90000"/>
                </a:lnSpc>
                <a:spcBef>
                  <a:spcPct val="0"/>
                </a:spcBef>
                <a:spcAft>
                  <a:spcPct val="0"/>
                </a:spcAft>
                <a:buClrTx/>
                <a:buSzTx/>
                <a:buFontTx/>
                <a:buNone/>
                <a:tabLst/>
                <a:defRPr/>
              </a:pPr>
              <a:r>
                <a:rPr kumimoji="0" lang="en-US" sz="1400" b="1" i="0" u="none" strike="noStrike" kern="0" cap="none" spc="0" normalizeH="0" baseline="0" noProof="0">
                  <a:ln>
                    <a:noFill/>
                  </a:ln>
                  <a:solidFill>
                    <a:srgbClr val="505050"/>
                  </a:solidFill>
                  <a:effectLst/>
                  <a:uLnTx/>
                  <a:uFillTx/>
                  <a:latin typeface="Segoe UI"/>
                  <a:ea typeface="Segoe UI" pitchFamily="34" charset="0"/>
                  <a:cs typeface="Segoe UI" pitchFamily="34" charset="0"/>
                </a:rPr>
                <a:t>Web and DB </a:t>
              </a:r>
              <a:r>
                <a:rPr kumimoji="0" lang="en-US" sz="1400" b="0" i="0" u="none" strike="noStrike" kern="0" cap="none" spc="0" normalizeH="0" baseline="0" noProof="0">
                  <a:ln>
                    <a:noFill/>
                  </a:ln>
                  <a:solidFill>
                    <a:srgbClr val="505050"/>
                  </a:solidFill>
                  <a:effectLst/>
                  <a:uLnTx/>
                  <a:uFillTx/>
                  <a:latin typeface="Segoe UI"/>
                  <a:ea typeface="Segoe UI" pitchFamily="34" charset="0"/>
                  <a:cs typeface="Segoe UI" pitchFamily="34" charset="0"/>
                </a:rPr>
                <a:t>resource group</a:t>
              </a:r>
            </a:p>
          </p:txBody>
        </p:sp>
        <p:sp>
          <p:nvSpPr>
            <p:cNvPr id="48" name="Freeform 256">
              <a:extLst>
                <a:ext uri="{FF2B5EF4-FFF2-40B4-BE49-F238E27FC236}">
                  <a16:creationId xmlns:a16="http://schemas.microsoft.com/office/drawing/2014/main" id="{D138ECF2-659B-4571-8AA6-0BA92CC29902}"/>
                </a:ext>
              </a:extLst>
            </p:cNvPr>
            <p:cNvSpPr>
              <a:spLocks noEditPoints="1"/>
            </p:cNvSpPr>
            <p:nvPr/>
          </p:nvSpPr>
          <p:spPr bwMode="auto">
            <a:xfrm>
              <a:off x="6812125" y="3790309"/>
              <a:ext cx="735447" cy="723791"/>
            </a:xfrm>
            <a:custGeom>
              <a:avLst/>
              <a:gdLst>
                <a:gd name="T0" fmla="*/ 423 w 517"/>
                <a:gd name="T1" fmla="*/ 502 h 502"/>
                <a:gd name="T2" fmla="*/ 161 w 517"/>
                <a:gd name="T3" fmla="*/ 348 h 502"/>
                <a:gd name="T4" fmla="*/ 24 w 517"/>
                <a:gd name="T5" fmla="*/ 158 h 502"/>
                <a:gd name="T6" fmla="*/ 31 w 517"/>
                <a:gd name="T7" fmla="*/ 24 h 502"/>
                <a:gd name="T8" fmla="*/ 94 w 517"/>
                <a:gd name="T9" fmla="*/ 0 h 502"/>
                <a:gd name="T10" fmla="*/ 356 w 517"/>
                <a:gd name="T11" fmla="*/ 154 h 502"/>
                <a:gd name="T12" fmla="*/ 493 w 517"/>
                <a:gd name="T13" fmla="*/ 344 h 502"/>
                <a:gd name="T14" fmla="*/ 486 w 517"/>
                <a:gd name="T15" fmla="*/ 479 h 502"/>
                <a:gd name="T16" fmla="*/ 423 w 517"/>
                <a:gd name="T17" fmla="*/ 502 h 502"/>
                <a:gd name="T18" fmla="*/ 94 w 517"/>
                <a:gd name="T19" fmla="*/ 31 h 502"/>
                <a:gd name="T20" fmla="*/ 53 w 517"/>
                <a:gd name="T21" fmla="*/ 46 h 502"/>
                <a:gd name="T22" fmla="*/ 52 w 517"/>
                <a:gd name="T23" fmla="*/ 147 h 502"/>
                <a:gd name="T24" fmla="*/ 183 w 517"/>
                <a:gd name="T25" fmla="*/ 327 h 502"/>
                <a:gd name="T26" fmla="*/ 423 w 517"/>
                <a:gd name="T27" fmla="*/ 471 h 502"/>
                <a:gd name="T28" fmla="*/ 464 w 517"/>
                <a:gd name="T29" fmla="*/ 457 h 502"/>
                <a:gd name="T30" fmla="*/ 465 w 517"/>
                <a:gd name="T31" fmla="*/ 356 h 502"/>
                <a:gd name="T32" fmla="*/ 334 w 517"/>
                <a:gd name="T33" fmla="*/ 176 h 502"/>
                <a:gd name="T34" fmla="*/ 94 w 517"/>
                <a:gd name="T35" fmla="*/ 31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17" h="502">
                  <a:moveTo>
                    <a:pt x="423" y="502"/>
                  </a:moveTo>
                  <a:cubicBezTo>
                    <a:pt x="355" y="502"/>
                    <a:pt x="259" y="446"/>
                    <a:pt x="161" y="348"/>
                  </a:cubicBezTo>
                  <a:cubicBezTo>
                    <a:pt x="95" y="282"/>
                    <a:pt x="47" y="216"/>
                    <a:pt x="24" y="158"/>
                  </a:cubicBezTo>
                  <a:cubicBezTo>
                    <a:pt x="0" y="100"/>
                    <a:pt x="2" y="52"/>
                    <a:pt x="31" y="24"/>
                  </a:cubicBezTo>
                  <a:cubicBezTo>
                    <a:pt x="46" y="8"/>
                    <a:pt x="68" y="0"/>
                    <a:pt x="94" y="0"/>
                  </a:cubicBezTo>
                  <a:cubicBezTo>
                    <a:pt x="162" y="0"/>
                    <a:pt x="258" y="56"/>
                    <a:pt x="356" y="154"/>
                  </a:cubicBezTo>
                  <a:cubicBezTo>
                    <a:pt x="422" y="221"/>
                    <a:pt x="470" y="286"/>
                    <a:pt x="493" y="344"/>
                  </a:cubicBezTo>
                  <a:cubicBezTo>
                    <a:pt x="517" y="402"/>
                    <a:pt x="515" y="450"/>
                    <a:pt x="486" y="479"/>
                  </a:cubicBezTo>
                  <a:cubicBezTo>
                    <a:pt x="471" y="494"/>
                    <a:pt x="449" y="502"/>
                    <a:pt x="423" y="502"/>
                  </a:cubicBezTo>
                  <a:close/>
                  <a:moveTo>
                    <a:pt x="94" y="31"/>
                  </a:moveTo>
                  <a:cubicBezTo>
                    <a:pt x="76" y="31"/>
                    <a:pt x="62" y="36"/>
                    <a:pt x="53" y="46"/>
                  </a:cubicBezTo>
                  <a:cubicBezTo>
                    <a:pt x="34" y="65"/>
                    <a:pt x="33" y="101"/>
                    <a:pt x="52" y="147"/>
                  </a:cubicBezTo>
                  <a:cubicBezTo>
                    <a:pt x="74" y="201"/>
                    <a:pt x="119" y="263"/>
                    <a:pt x="183" y="327"/>
                  </a:cubicBezTo>
                  <a:cubicBezTo>
                    <a:pt x="274" y="417"/>
                    <a:pt x="364" y="471"/>
                    <a:pt x="423" y="471"/>
                  </a:cubicBezTo>
                  <a:cubicBezTo>
                    <a:pt x="441" y="471"/>
                    <a:pt x="455" y="467"/>
                    <a:pt x="464" y="457"/>
                  </a:cubicBezTo>
                  <a:cubicBezTo>
                    <a:pt x="483" y="438"/>
                    <a:pt x="484" y="402"/>
                    <a:pt x="465" y="356"/>
                  </a:cubicBezTo>
                  <a:cubicBezTo>
                    <a:pt x="443" y="302"/>
                    <a:pt x="398" y="240"/>
                    <a:pt x="334" y="176"/>
                  </a:cubicBezTo>
                  <a:cubicBezTo>
                    <a:pt x="243" y="85"/>
                    <a:pt x="153" y="31"/>
                    <a:pt x="94" y="31"/>
                  </a:cubicBezTo>
                  <a:close/>
                </a:path>
              </a:pathLst>
            </a:custGeom>
            <a:solidFill>
              <a:srgbClr val="D8D9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mn-ea"/>
                <a:cs typeface="+mn-cs"/>
              </a:endParaRPr>
            </a:p>
          </p:txBody>
        </p:sp>
        <p:sp>
          <p:nvSpPr>
            <p:cNvPr id="49" name="Freeform 257">
              <a:extLst>
                <a:ext uri="{FF2B5EF4-FFF2-40B4-BE49-F238E27FC236}">
                  <a16:creationId xmlns:a16="http://schemas.microsoft.com/office/drawing/2014/main" id="{A98F4A3F-CE50-480A-90FF-C0C555ABA31C}"/>
                </a:ext>
              </a:extLst>
            </p:cNvPr>
            <p:cNvSpPr>
              <a:spLocks noEditPoints="1"/>
            </p:cNvSpPr>
            <p:nvPr/>
          </p:nvSpPr>
          <p:spPr bwMode="auto">
            <a:xfrm>
              <a:off x="6812125" y="3790309"/>
              <a:ext cx="735447" cy="723791"/>
            </a:xfrm>
            <a:custGeom>
              <a:avLst/>
              <a:gdLst>
                <a:gd name="T0" fmla="*/ 94 w 517"/>
                <a:gd name="T1" fmla="*/ 502 h 502"/>
                <a:gd name="T2" fmla="*/ 31 w 517"/>
                <a:gd name="T3" fmla="*/ 479 h 502"/>
                <a:gd name="T4" fmla="*/ 24 w 517"/>
                <a:gd name="T5" fmla="*/ 344 h 502"/>
                <a:gd name="T6" fmla="*/ 161 w 517"/>
                <a:gd name="T7" fmla="*/ 154 h 502"/>
                <a:gd name="T8" fmla="*/ 423 w 517"/>
                <a:gd name="T9" fmla="*/ 0 h 502"/>
                <a:gd name="T10" fmla="*/ 486 w 517"/>
                <a:gd name="T11" fmla="*/ 24 h 502"/>
                <a:gd name="T12" fmla="*/ 493 w 517"/>
                <a:gd name="T13" fmla="*/ 158 h 502"/>
                <a:gd name="T14" fmla="*/ 356 w 517"/>
                <a:gd name="T15" fmla="*/ 348 h 502"/>
                <a:gd name="T16" fmla="*/ 94 w 517"/>
                <a:gd name="T17" fmla="*/ 502 h 502"/>
                <a:gd name="T18" fmla="*/ 423 w 517"/>
                <a:gd name="T19" fmla="*/ 31 h 502"/>
                <a:gd name="T20" fmla="*/ 183 w 517"/>
                <a:gd name="T21" fmla="*/ 176 h 502"/>
                <a:gd name="T22" fmla="*/ 52 w 517"/>
                <a:gd name="T23" fmla="*/ 356 h 502"/>
                <a:gd name="T24" fmla="*/ 53 w 517"/>
                <a:gd name="T25" fmla="*/ 457 h 502"/>
                <a:gd name="T26" fmla="*/ 94 w 517"/>
                <a:gd name="T27" fmla="*/ 471 h 502"/>
                <a:gd name="T28" fmla="*/ 334 w 517"/>
                <a:gd name="T29" fmla="*/ 327 h 502"/>
                <a:gd name="T30" fmla="*/ 465 w 517"/>
                <a:gd name="T31" fmla="*/ 147 h 502"/>
                <a:gd name="T32" fmla="*/ 464 w 517"/>
                <a:gd name="T33" fmla="*/ 46 h 502"/>
                <a:gd name="T34" fmla="*/ 423 w 517"/>
                <a:gd name="T35" fmla="*/ 31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17" h="502">
                  <a:moveTo>
                    <a:pt x="94" y="502"/>
                  </a:moveTo>
                  <a:cubicBezTo>
                    <a:pt x="68" y="502"/>
                    <a:pt x="46" y="494"/>
                    <a:pt x="31" y="479"/>
                  </a:cubicBezTo>
                  <a:cubicBezTo>
                    <a:pt x="2" y="450"/>
                    <a:pt x="0" y="402"/>
                    <a:pt x="24" y="344"/>
                  </a:cubicBezTo>
                  <a:cubicBezTo>
                    <a:pt x="47" y="286"/>
                    <a:pt x="95" y="221"/>
                    <a:pt x="161" y="154"/>
                  </a:cubicBezTo>
                  <a:cubicBezTo>
                    <a:pt x="259" y="56"/>
                    <a:pt x="355" y="0"/>
                    <a:pt x="423" y="0"/>
                  </a:cubicBezTo>
                  <a:cubicBezTo>
                    <a:pt x="449" y="0"/>
                    <a:pt x="471" y="8"/>
                    <a:pt x="486" y="24"/>
                  </a:cubicBezTo>
                  <a:cubicBezTo>
                    <a:pt x="515" y="52"/>
                    <a:pt x="517" y="100"/>
                    <a:pt x="493" y="158"/>
                  </a:cubicBezTo>
                  <a:cubicBezTo>
                    <a:pt x="470" y="216"/>
                    <a:pt x="422" y="282"/>
                    <a:pt x="356" y="348"/>
                  </a:cubicBezTo>
                  <a:cubicBezTo>
                    <a:pt x="258" y="446"/>
                    <a:pt x="162" y="502"/>
                    <a:pt x="94" y="502"/>
                  </a:cubicBezTo>
                  <a:close/>
                  <a:moveTo>
                    <a:pt x="423" y="31"/>
                  </a:moveTo>
                  <a:cubicBezTo>
                    <a:pt x="364" y="31"/>
                    <a:pt x="274" y="85"/>
                    <a:pt x="183" y="176"/>
                  </a:cubicBezTo>
                  <a:cubicBezTo>
                    <a:pt x="119" y="240"/>
                    <a:pt x="74" y="302"/>
                    <a:pt x="52" y="356"/>
                  </a:cubicBezTo>
                  <a:cubicBezTo>
                    <a:pt x="33" y="402"/>
                    <a:pt x="34" y="438"/>
                    <a:pt x="53" y="457"/>
                  </a:cubicBezTo>
                  <a:cubicBezTo>
                    <a:pt x="62" y="467"/>
                    <a:pt x="76" y="471"/>
                    <a:pt x="94" y="471"/>
                  </a:cubicBezTo>
                  <a:cubicBezTo>
                    <a:pt x="153" y="471"/>
                    <a:pt x="243" y="417"/>
                    <a:pt x="334" y="327"/>
                  </a:cubicBezTo>
                  <a:cubicBezTo>
                    <a:pt x="398" y="263"/>
                    <a:pt x="443" y="201"/>
                    <a:pt x="465" y="147"/>
                  </a:cubicBezTo>
                  <a:cubicBezTo>
                    <a:pt x="484" y="101"/>
                    <a:pt x="483" y="65"/>
                    <a:pt x="464" y="46"/>
                  </a:cubicBezTo>
                  <a:cubicBezTo>
                    <a:pt x="455" y="36"/>
                    <a:pt x="441" y="31"/>
                    <a:pt x="423" y="31"/>
                  </a:cubicBezTo>
                  <a:close/>
                </a:path>
              </a:pathLst>
            </a:custGeom>
            <a:solidFill>
              <a:srgbClr val="98999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mn-ea"/>
                <a:cs typeface="+mn-cs"/>
              </a:endParaRPr>
            </a:p>
          </p:txBody>
        </p:sp>
        <p:pic>
          <p:nvPicPr>
            <p:cNvPr id="50" name="Picture 49">
              <a:extLst>
                <a:ext uri="{FF2B5EF4-FFF2-40B4-BE49-F238E27FC236}">
                  <a16:creationId xmlns:a16="http://schemas.microsoft.com/office/drawing/2014/main" id="{4C5681D0-3D50-4966-942E-93D797E1971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54984" y="4027569"/>
              <a:ext cx="229579" cy="235958"/>
            </a:xfrm>
            <a:prstGeom prst="rect">
              <a:avLst/>
            </a:prstGeom>
          </p:spPr>
        </p:pic>
      </p:grpSp>
      <p:sp>
        <p:nvSpPr>
          <p:cNvPr id="5" name="Footer Placeholder 1">
            <a:extLst>
              <a:ext uri="{FF2B5EF4-FFF2-40B4-BE49-F238E27FC236}">
                <a16:creationId xmlns:a16="http://schemas.microsoft.com/office/drawing/2014/main" id="{BAB9D31E-7B43-4304-A89A-89AFAD0C7470}"/>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94113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Azure Resource Manager</a:t>
            </a:r>
          </a:p>
        </p:txBody>
      </p:sp>
      <p:pic>
        <p:nvPicPr>
          <p:cNvPr id="3" name="Picture 2" descr="Resource Manager request model">
            <a:extLst>
              <a:ext uri="{FF2B5EF4-FFF2-40B4-BE49-F238E27FC236}">
                <a16:creationId xmlns:a16="http://schemas.microsoft.com/office/drawing/2014/main" id="{5254E02D-4590-4CE5-B9AA-6DB1E37AEC5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28268" y="1426690"/>
            <a:ext cx="7608779" cy="4004620"/>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5"/>
          <p:cNvSpPr>
            <a:spLocks noGrp="1"/>
          </p:cNvSpPr>
          <p:nvPr>
            <p:ph sz="quarter" idx="10"/>
          </p:nvPr>
        </p:nvSpPr>
        <p:spPr>
          <a:xfrm>
            <a:off x="8219767" y="1818856"/>
            <a:ext cx="3883742" cy="2410244"/>
          </a:xfrm>
        </p:spPr>
        <p:txBody>
          <a:bodyPr/>
          <a:lstStyle/>
          <a:p>
            <a:r>
              <a:rPr lang="en-US" dirty="0">
                <a:latin typeface="+mn-lt"/>
              </a:rPr>
              <a:t>The </a:t>
            </a:r>
            <a:r>
              <a:rPr lang="en-US" b="1" dirty="0">
                <a:latin typeface="+mn-lt"/>
              </a:rPr>
              <a:t>Azure Resource Manager (ARM) </a:t>
            </a:r>
            <a:r>
              <a:rPr lang="en-US" dirty="0">
                <a:latin typeface="+mn-lt"/>
              </a:rPr>
              <a:t>provides a management layer that enables you to create, update, and delete resources in your Azure subscription.</a:t>
            </a:r>
          </a:p>
        </p:txBody>
      </p:sp>
      <p:sp>
        <p:nvSpPr>
          <p:cNvPr id="2" name="Footer Placeholder 1">
            <a:extLst>
              <a:ext uri="{FF2B5EF4-FFF2-40B4-BE49-F238E27FC236}">
                <a16:creationId xmlns:a16="http://schemas.microsoft.com/office/drawing/2014/main" id="{150D22A2-AC6A-4254-BB57-F0E78E9809E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45069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Azure Subscriptions</a:t>
            </a:r>
          </a:p>
        </p:txBody>
      </p:sp>
      <p:sp>
        <p:nvSpPr>
          <p:cNvPr id="6" name="Text Placeholder 5"/>
          <p:cNvSpPr>
            <a:spLocks noGrp="1"/>
          </p:cNvSpPr>
          <p:nvPr>
            <p:ph sz="quarter" idx="10"/>
          </p:nvPr>
        </p:nvSpPr>
        <p:spPr>
          <a:xfrm>
            <a:off x="303287" y="1440862"/>
            <a:ext cx="6441141" cy="3395801"/>
          </a:xfrm>
        </p:spPr>
        <p:txBody>
          <a:bodyPr/>
          <a:lstStyle/>
          <a:p>
            <a:r>
              <a:rPr lang="en-IE" dirty="0">
                <a:latin typeface="+mn-lt"/>
              </a:rPr>
              <a:t>An Azure subscription provides you with authenticated and authorized access to Azure accounts.</a:t>
            </a:r>
          </a:p>
          <a:p>
            <a:pPr marL="457200" indent="-457200">
              <a:buFont typeface="Arial" panose="020B0604020202020204" pitchFamily="34" charset="0"/>
              <a:buChar char="•"/>
            </a:pPr>
            <a:r>
              <a:rPr lang="en-IE" b="1" dirty="0">
                <a:latin typeface="+mj-lt"/>
              </a:rPr>
              <a:t>Billing boundary:</a:t>
            </a:r>
            <a:r>
              <a:rPr lang="en-IE" dirty="0">
                <a:latin typeface="+mj-lt"/>
              </a:rPr>
              <a:t> </a:t>
            </a:r>
            <a:r>
              <a:rPr lang="en-US" dirty="0">
                <a:latin typeface="+mn-lt"/>
              </a:rPr>
              <a:t>generate separate billing reports and invoices for each subscription.</a:t>
            </a:r>
            <a:endParaRPr lang="en-IE" dirty="0">
              <a:latin typeface="+mn-lt"/>
            </a:endParaRPr>
          </a:p>
          <a:p>
            <a:pPr marL="457200" indent="-457200">
              <a:buFont typeface="Arial" panose="020B0604020202020204" pitchFamily="34" charset="0"/>
              <a:buChar char="•"/>
            </a:pPr>
            <a:r>
              <a:rPr lang="en-IE" b="1" dirty="0">
                <a:latin typeface="+mj-lt"/>
              </a:rPr>
              <a:t>Access control boundary:</a:t>
            </a:r>
            <a:r>
              <a:rPr lang="en-IE" dirty="0">
                <a:latin typeface="+mj-lt"/>
              </a:rPr>
              <a:t> </a:t>
            </a:r>
            <a:r>
              <a:rPr lang="en-US" dirty="0">
                <a:latin typeface="+mn-lt"/>
              </a:rPr>
              <a:t>manage and control access to the resources that users can provision with specific subscriptions.</a:t>
            </a:r>
            <a:endParaRPr lang="en-IE" dirty="0">
              <a:latin typeface="+mn-lt"/>
            </a:endParaRPr>
          </a:p>
        </p:txBody>
      </p:sp>
      <p:pic>
        <p:nvPicPr>
          <p:cNvPr id="2050" name="Picture 2" descr="Azure subscriptions are using authentication and authorization to access Azure accounts.">
            <a:extLst>
              <a:ext uri="{FF2B5EF4-FFF2-40B4-BE49-F238E27FC236}">
                <a16:creationId xmlns:a16="http://schemas.microsoft.com/office/drawing/2014/main" id="{C969DF39-E758-4DFC-8030-0DD803DAE7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4428" y="813039"/>
            <a:ext cx="5271408" cy="2168669"/>
          </a:xfrm>
          <a:prstGeom prst="rect">
            <a:avLst/>
          </a:prstGeom>
          <a:noFill/>
          <a:extLst>
            <a:ext uri="{909E8E84-426E-40DD-AFC4-6F175D3DCCD1}">
              <a14:hiddenFill xmlns:a14="http://schemas.microsoft.com/office/drawing/2010/main">
                <a:solidFill>
                  <a:srgbClr val="FFFFFF"/>
                </a:solidFill>
              </a14:hiddenFill>
            </a:ext>
          </a:extLst>
        </p:spPr>
      </p:pic>
      <p:sp>
        <p:nvSpPr>
          <p:cNvPr id="2" name="Freeform: Shape 1">
            <a:extLst>
              <a:ext uri="{FF2B5EF4-FFF2-40B4-BE49-F238E27FC236}">
                <a16:creationId xmlns:a16="http://schemas.microsoft.com/office/drawing/2014/main" id="{6245D8C8-A5B2-4A27-9362-7451956B9688}"/>
              </a:ext>
              <a:ext uri="{C183D7F6-B498-43B3-948B-1728B52AA6E4}">
                <adec:decorative xmlns:adec="http://schemas.microsoft.com/office/drawing/2017/decorative" val="1"/>
              </a:ext>
            </a:extLst>
          </p:cNvPr>
          <p:cNvSpPr/>
          <p:nvPr/>
        </p:nvSpPr>
        <p:spPr bwMode="auto">
          <a:xfrm>
            <a:off x="7569636" y="3058374"/>
            <a:ext cx="3561999" cy="0"/>
          </a:xfrm>
          <a:custGeom>
            <a:avLst/>
            <a:gdLst>
              <a:gd name="connsiteX0" fmla="*/ 0 w 1296238"/>
              <a:gd name="connsiteY0" fmla="*/ 0 h 0"/>
              <a:gd name="connsiteX1" fmla="*/ 1296238 w 1296238"/>
              <a:gd name="connsiteY1" fmla="*/ 0 h 0"/>
            </a:gdLst>
            <a:ahLst/>
            <a:cxnLst>
              <a:cxn ang="0">
                <a:pos x="connsiteX0" y="connsiteY0"/>
              </a:cxn>
              <a:cxn ang="0">
                <a:pos x="connsiteX1" y="connsiteY1"/>
              </a:cxn>
            </a:cxnLst>
            <a:rect l="l" t="t" r="r" b="b"/>
            <a:pathLst>
              <a:path w="1296238">
                <a:moveTo>
                  <a:pt x="0" y="0"/>
                </a:moveTo>
                <a:lnTo>
                  <a:pt x="1296238" y="0"/>
                </a:lnTo>
              </a:path>
            </a:pathLst>
          </a:custGeom>
          <a:noFill/>
          <a:ln w="15875">
            <a:solidFill>
              <a:srgbClr val="243A5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896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pic>
        <p:nvPicPr>
          <p:cNvPr id="3074" name="Picture 2" descr="Flowchart style diagram showing an example of setting up a billing structure where different groups like marketing or development have their own Azure Subscription, that rolls up into a larger company paid Azure billing account.">
            <a:extLst>
              <a:ext uri="{FF2B5EF4-FFF2-40B4-BE49-F238E27FC236}">
                <a16:creationId xmlns:a16="http://schemas.microsoft.com/office/drawing/2014/main" id="{BB6F14C8-7966-4A94-BADE-49B1D22326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23993" y="3135041"/>
            <a:ext cx="5112277" cy="2259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6989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0CE92-1D76-4F61-8208-4BBDE2BA1DA5}"/>
              </a:ext>
            </a:extLst>
          </p:cNvPr>
          <p:cNvSpPr>
            <a:spLocks noGrp="1"/>
          </p:cNvSpPr>
          <p:nvPr>
            <p:ph type="title"/>
          </p:nvPr>
        </p:nvSpPr>
        <p:spPr/>
        <p:txBody>
          <a:bodyPr>
            <a:normAutofit fontScale="90000"/>
          </a:bodyPr>
          <a:lstStyle/>
          <a:p>
            <a:r>
              <a:rPr lang="en-US" dirty="0">
                <a:cs typeface="Segoe UI"/>
              </a:rPr>
              <a:t>Walkthrough – Explore the Azure Portal</a:t>
            </a:r>
            <a:endParaRPr lang="en-US" dirty="0"/>
          </a:p>
        </p:txBody>
      </p:sp>
      <p:sp>
        <p:nvSpPr>
          <p:cNvPr id="3" name="Text Placeholder 2">
            <a:extLst>
              <a:ext uri="{FF2B5EF4-FFF2-40B4-BE49-F238E27FC236}">
                <a16:creationId xmlns:a16="http://schemas.microsoft.com/office/drawing/2014/main" id="{D9B7E699-8A7B-44B9-87EE-C5ED24A8C217}"/>
              </a:ext>
            </a:extLst>
          </p:cNvPr>
          <p:cNvSpPr>
            <a:spLocks noGrp="1"/>
          </p:cNvSpPr>
          <p:nvPr>
            <p:ph sz="quarter" idx="10"/>
          </p:nvPr>
        </p:nvSpPr>
        <p:spPr>
          <a:xfrm>
            <a:off x="319630" y="1602502"/>
            <a:ext cx="5677358" cy="3652282"/>
          </a:xfrm>
        </p:spPr>
        <p:txBody>
          <a:bodyPr/>
          <a:lstStyle/>
          <a:p>
            <a:r>
              <a:rPr lang="en-US" dirty="0">
                <a:cs typeface="Segoe UI Semilight"/>
              </a:rPr>
              <a:t>Launch the Azure Portal and have a look at the common components used everyday building cloud solutions</a:t>
            </a:r>
            <a:endParaRPr lang="en-US" dirty="0"/>
          </a:p>
          <a:p>
            <a:endParaRPr lang="en-US" dirty="0">
              <a:latin typeface="+mn-lt"/>
              <a:cs typeface="Segoe UI Semilight"/>
            </a:endParaRPr>
          </a:p>
          <a:p>
            <a:pPr marL="457200" indent="-457200">
              <a:buFont typeface="+mj-lt"/>
              <a:buAutoNum type="arabicPeriod"/>
            </a:pPr>
            <a:r>
              <a:rPr lang="en-US" dirty="0">
                <a:latin typeface="+mn-lt"/>
                <a:cs typeface="Segoe UI Semilight"/>
              </a:rPr>
              <a:t>Connect to https://portal.azure.com</a:t>
            </a:r>
          </a:p>
          <a:p>
            <a:pPr marL="457200" indent="-457200">
              <a:buFont typeface="+mj-lt"/>
              <a:buAutoNum type="arabicPeriod"/>
            </a:pPr>
            <a:r>
              <a:rPr lang="en-US" dirty="0">
                <a:latin typeface="+mn-lt"/>
                <a:cs typeface="Segoe UI Semilight"/>
              </a:rPr>
              <a:t>Explore the home screen.</a:t>
            </a:r>
          </a:p>
          <a:p>
            <a:pPr marL="457200" indent="-457200">
              <a:buFont typeface="+mj-lt"/>
              <a:buAutoNum type="arabicPeriod"/>
            </a:pPr>
            <a:r>
              <a:rPr lang="en-US" dirty="0">
                <a:latin typeface="+mn-lt"/>
                <a:cs typeface="Segoe UI Semilight"/>
              </a:rPr>
              <a:t>Find “All Services” and see what is available.</a:t>
            </a:r>
          </a:p>
        </p:txBody>
      </p:sp>
      <p:pic>
        <p:nvPicPr>
          <p:cNvPr id="6" name="Picture 5">
            <a:extLst>
              <a:ext uri="{FF2B5EF4-FFF2-40B4-BE49-F238E27FC236}">
                <a16:creationId xmlns:a16="http://schemas.microsoft.com/office/drawing/2014/main" id="{7CDCCC72-E44C-4A20-A7B0-16FEBBDDB9F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439025" y="1447034"/>
            <a:ext cx="3762375" cy="3963931"/>
          </a:xfrm>
          <a:prstGeom prst="rect">
            <a:avLst/>
          </a:prstGeom>
        </p:spPr>
      </p:pic>
    </p:spTree>
    <p:extLst>
      <p:ext uri="{BB962C8B-B14F-4D97-AF65-F5344CB8AC3E}">
        <p14:creationId xmlns:p14="http://schemas.microsoft.com/office/powerpoint/2010/main" val="94623943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Management Groups</a:t>
            </a:r>
          </a:p>
        </p:txBody>
      </p:sp>
      <p:sp>
        <p:nvSpPr>
          <p:cNvPr id="6" name="Text Placeholder 5"/>
          <p:cNvSpPr>
            <a:spLocks noGrp="1"/>
          </p:cNvSpPr>
          <p:nvPr>
            <p:ph sz="quarter" idx="10"/>
          </p:nvPr>
        </p:nvSpPr>
        <p:spPr>
          <a:xfrm>
            <a:off x="418643" y="1719867"/>
            <a:ext cx="5636587" cy="4021614"/>
          </a:xfrm>
        </p:spPr>
        <p:txBody>
          <a:bodyPr/>
          <a:lstStyle/>
          <a:p>
            <a:pPr marL="342900" indent="-342900">
              <a:buFont typeface="Arial" panose="020B0604020202020204" pitchFamily="34" charset="0"/>
              <a:buChar char="•"/>
            </a:pPr>
            <a:r>
              <a:rPr lang="en-US" dirty="0">
                <a:latin typeface="+mn-lt"/>
              </a:rPr>
              <a:t>Management groups can include multiple Azure subscriptions.</a:t>
            </a:r>
          </a:p>
          <a:p>
            <a:pPr marL="342900" indent="-342900">
              <a:buFont typeface="Arial" panose="020B0604020202020204" pitchFamily="34" charset="0"/>
              <a:buChar char="•"/>
            </a:pPr>
            <a:r>
              <a:rPr lang="en-US" dirty="0">
                <a:latin typeface="+mn-lt"/>
              </a:rPr>
              <a:t>Subscriptions inherit conditions applied to the management group.</a:t>
            </a:r>
          </a:p>
          <a:p>
            <a:pPr marL="342900" indent="-342900">
              <a:buFont typeface="Arial" panose="020B0604020202020204" pitchFamily="34" charset="0"/>
              <a:buChar char="•"/>
            </a:pPr>
            <a:r>
              <a:rPr lang="en-US" dirty="0">
                <a:latin typeface="+mn-lt"/>
              </a:rPr>
              <a:t>10,000 management groups can be supported in a single directory.</a:t>
            </a:r>
          </a:p>
          <a:p>
            <a:pPr marL="342900" indent="-342900">
              <a:buFont typeface="Arial" panose="020B0604020202020204" pitchFamily="34" charset="0"/>
              <a:buChar char="•"/>
            </a:pPr>
            <a:r>
              <a:rPr lang="en-US" dirty="0">
                <a:latin typeface="+mn-lt"/>
              </a:rPr>
              <a:t>A management group tree can support up to six levels of depth.</a:t>
            </a:r>
          </a:p>
          <a:p>
            <a:endParaRPr lang="en-US" dirty="0">
              <a:latin typeface="+mn-lt"/>
            </a:endParaRPr>
          </a:p>
        </p:txBody>
      </p:sp>
      <p:pic>
        <p:nvPicPr>
          <p:cNvPr id="1026" name="Picture 2" descr="See the source image">
            <a:extLst>
              <a:ext uri="{FF2B5EF4-FFF2-40B4-BE49-F238E27FC236}">
                <a16:creationId xmlns:a16="http://schemas.microsoft.com/office/drawing/2014/main" id="{7643F234-CC3B-4AB0-A706-FA91996680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4690" y="1953086"/>
            <a:ext cx="4124325" cy="2676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610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1531</TotalTime>
  <Words>5856</Words>
  <Application>Microsoft Office PowerPoint</Application>
  <PresentationFormat>Widescreen</PresentationFormat>
  <Paragraphs>695</Paragraphs>
  <Slides>26</Slides>
  <Notes>26</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What is cloud computing?</vt:lpstr>
      <vt:lpstr>Public cloud</vt:lpstr>
      <vt:lpstr>Private cloud</vt:lpstr>
      <vt:lpstr>Hybrid cloud</vt:lpstr>
      <vt:lpstr>Cloud model comparison</vt:lpstr>
      <vt:lpstr>Cloud Benefits</vt:lpstr>
      <vt:lpstr>Compare CapEx vs. OpEx</vt:lpstr>
      <vt:lpstr>Consumption-based model</vt:lpstr>
      <vt:lpstr>Infrastructure as a Service (IaaS)</vt:lpstr>
      <vt:lpstr>Platform as a Service (PaaS)</vt:lpstr>
      <vt:lpstr>Software as a Service (SaaS)</vt:lpstr>
      <vt:lpstr>Cloud service comparison</vt:lpstr>
      <vt:lpstr>Shared responsibility model</vt:lpstr>
      <vt:lpstr>Azure Management Tools - Objective Domain</vt:lpstr>
      <vt:lpstr>Management tools available in Azure</vt:lpstr>
      <vt:lpstr>Core Azure architectural components – Objective Domain</vt:lpstr>
      <vt:lpstr>Regions</vt:lpstr>
      <vt:lpstr>Region Pairs</vt:lpstr>
      <vt:lpstr>Availability Options</vt:lpstr>
      <vt:lpstr>Availability zones</vt:lpstr>
      <vt:lpstr>Azure Resources</vt:lpstr>
      <vt:lpstr>Resource groups</vt:lpstr>
      <vt:lpstr>Azure Resource Manager</vt:lpstr>
      <vt:lpstr>Azure Subscriptions</vt:lpstr>
      <vt:lpstr>Walkthrough – Explore the Azure Portal</vt:lpstr>
      <vt:lpstr>Management Groups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Rochak Agrawal</dc:creator>
  <cp:lastModifiedBy>Rochak Agrawal</cp:lastModifiedBy>
  <cp:revision>29</cp:revision>
  <dcterms:created xsi:type="dcterms:W3CDTF">2026-02-24T04:11:42Z</dcterms:created>
  <dcterms:modified xsi:type="dcterms:W3CDTF">2026-03-05T03:37:09Z</dcterms:modified>
</cp:coreProperties>
</file>